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p:cViewPr varScale="1">
        <p:scale>
          <a:sx n="68" d="100"/>
          <a:sy n="68" d="100"/>
        </p:scale>
        <p:origin x="1536" y="7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tableStyles" Target="tableStyle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05" name=""/>
        <p:cNvGrpSpPr/>
        <p:nvPr/>
      </p:nvGrpSpPr>
      <p:grpSpPr>
        <a:xfrm>
          <a:off x="0" y="0"/>
          <a:ext cx="0" cy="0"/>
          <a:chOff x="0" y="0"/>
          <a:chExt cx="0" cy="0"/>
        </a:xfrm>
      </p:grpSpPr>
      <p:sp>
        <p:nvSpPr>
          <p:cNvPr id="1048798"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GB"/>
          </a:p>
        </p:txBody>
      </p:sp>
      <p:sp>
        <p:nvSpPr>
          <p:cNvPr id="1048799"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65F0CE08-0D35-4F4F-BB00-713A565AA06E}" type="datetimeFigureOut">
              <a:rPr lang="en-GB" smtClean="0"/>
              <a:t>27/10/2026</a:t>
            </a:fld>
            <a:endParaRPr lang="en-GB"/>
          </a:p>
        </p:txBody>
      </p:sp>
      <p:sp>
        <p:nvSpPr>
          <p:cNvPr id="1048800"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GB"/>
          </a:p>
        </p:txBody>
      </p:sp>
      <p:sp>
        <p:nvSpPr>
          <p:cNvPr id="1048801"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802"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GB"/>
          </a:p>
        </p:txBody>
      </p:sp>
      <p:sp>
        <p:nvSpPr>
          <p:cNvPr id="1048803"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94AF003B-98AE-465A-9375-FC2EC2057058}" type="slidenum">
              <a:rPr lang="en-GB" smtClean="0"/>
              <a:t>‹#›</a:t>
            </a:fld>
            <a:endParaRPr lang="en-GB"/>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20" name="Slide Image Placeholder 1"/>
          <p:cNvSpPr>
            <a:spLocks noChangeAspect="1" noRot="1" noGrp="1"/>
          </p:cNvSpPr>
          <p:nvPr>
            <p:ph type="sldImg"/>
          </p:nvPr>
        </p:nvSpPr>
        <p:spPr/>
        <p:txBody>
          <a:bodyPr/>
          <a:p>
            <a:endParaRPr lang="en-GB"/>
          </a:p>
        </p:txBody>
      </p:sp>
      <p:sp>
        <p:nvSpPr>
          <p:cNvPr id="1048621" name="Notes Placeholder 2"/>
          <p:cNvSpPr>
            <a:spLocks noGrp="1"/>
          </p:cNvSpPr>
          <p:nvPr>
            <p:ph type="body" idx="1"/>
          </p:nvPr>
        </p:nvSpPr>
        <p:spPr/>
        <p:txBody>
          <a:bodyPr/>
          <a:p>
            <a:endParaRPr dirty="0" lang="en-GB"/>
          </a:p>
        </p:txBody>
      </p:sp>
      <p:sp>
        <p:nvSpPr>
          <p:cNvPr id="1048622" name="Slide Number Placeholder 3"/>
          <p:cNvSpPr>
            <a:spLocks noGrp="1"/>
          </p:cNvSpPr>
          <p:nvPr>
            <p:ph type="sldNum" sz="quarter" idx="5"/>
          </p:nvPr>
        </p:nvSpPr>
        <p:spPr/>
        <p:txBody>
          <a:bodyPr/>
          <a:p>
            <a:fld id="{94AF003B-98AE-465A-9375-FC2EC2057058}" type="slidenum">
              <a:rPr lang="en-GB" smtClean="0"/>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8" name="Slide Image Placeholder 1"/>
          <p:cNvSpPr>
            <a:spLocks noChangeAspect="1" noRot="1" noGrp="1"/>
          </p:cNvSpPr>
          <p:nvPr>
            <p:ph type="sldImg"/>
          </p:nvPr>
        </p:nvSpPr>
        <p:spPr/>
        <p:txBody>
          <a:bodyPr/>
          <a:p>
            <a:endParaRPr lang="en-GB"/>
          </a:p>
        </p:txBody>
      </p:sp>
      <p:sp>
        <p:nvSpPr>
          <p:cNvPr id="1048629" name="Notes Placeholder 2"/>
          <p:cNvSpPr>
            <a:spLocks noGrp="1"/>
          </p:cNvSpPr>
          <p:nvPr>
            <p:ph type="body" idx="1"/>
          </p:nvPr>
        </p:nvSpPr>
        <p:spPr/>
        <p:txBody>
          <a:bodyPr/>
          <a:p>
            <a:endParaRPr dirty="0" lang="en-GB"/>
          </a:p>
        </p:txBody>
      </p:sp>
      <p:sp>
        <p:nvSpPr>
          <p:cNvPr id="1048630" name="Slide Number Placeholder 3"/>
          <p:cNvSpPr>
            <a:spLocks noGrp="1"/>
          </p:cNvSpPr>
          <p:nvPr>
            <p:ph type="sldNum" sz="quarter" idx="5"/>
          </p:nvPr>
        </p:nvSpPr>
        <p:spPr/>
        <p:txBody>
          <a:bodyPr/>
          <a:p>
            <a:fld id="{94AF003B-98AE-465A-9375-FC2EC2057058}" type="slidenum">
              <a:rPr lang="en-GB" smtClean="0"/>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36" name="Slide Image Placeholder 1"/>
          <p:cNvSpPr>
            <a:spLocks noChangeAspect="1" noRot="1" noGrp="1"/>
          </p:cNvSpPr>
          <p:nvPr>
            <p:ph type="sldImg"/>
          </p:nvPr>
        </p:nvSpPr>
        <p:spPr/>
        <p:txBody>
          <a:bodyPr/>
          <a:p>
            <a:endParaRPr lang="en-GB"/>
          </a:p>
        </p:txBody>
      </p:sp>
      <p:sp>
        <p:nvSpPr>
          <p:cNvPr id="1048637" name="Notes Placeholder 2"/>
          <p:cNvSpPr>
            <a:spLocks noGrp="1"/>
          </p:cNvSpPr>
          <p:nvPr>
            <p:ph type="body" idx="1"/>
          </p:nvPr>
        </p:nvSpPr>
        <p:spPr/>
        <p:txBody>
          <a:bodyPr/>
          <a:p>
            <a:endParaRPr dirty="0" lang="en-GB"/>
          </a:p>
        </p:txBody>
      </p:sp>
      <p:sp>
        <p:nvSpPr>
          <p:cNvPr id="1048638" name="Slide Number Placeholder 3"/>
          <p:cNvSpPr>
            <a:spLocks noGrp="1"/>
          </p:cNvSpPr>
          <p:nvPr>
            <p:ph type="sldNum" sz="quarter" idx="5"/>
          </p:nvPr>
        </p:nvSpPr>
        <p:spPr/>
        <p:txBody>
          <a:bodyPr/>
          <a:p>
            <a:fld id="{94AF003B-98AE-465A-9375-FC2EC2057058}" type="slidenum">
              <a:rPr lang="en-GB" smtClean="0"/>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46" name="Slide Image Placeholder 1"/>
          <p:cNvSpPr>
            <a:spLocks noChangeAspect="1" noRot="1" noGrp="1"/>
          </p:cNvSpPr>
          <p:nvPr>
            <p:ph type="sldImg"/>
          </p:nvPr>
        </p:nvSpPr>
        <p:spPr/>
        <p:txBody>
          <a:bodyPr/>
          <a:p>
            <a:endParaRPr lang="en-GB"/>
          </a:p>
        </p:txBody>
      </p:sp>
      <p:sp>
        <p:nvSpPr>
          <p:cNvPr id="1048647" name="Notes Placeholder 2"/>
          <p:cNvSpPr>
            <a:spLocks noGrp="1"/>
          </p:cNvSpPr>
          <p:nvPr>
            <p:ph type="body" idx="1"/>
          </p:nvPr>
        </p:nvSpPr>
        <p:spPr/>
        <p:txBody>
          <a:bodyPr/>
          <a:p>
            <a:endParaRPr dirty="0" lang="en-GB"/>
          </a:p>
        </p:txBody>
      </p:sp>
      <p:sp>
        <p:nvSpPr>
          <p:cNvPr id="1048648" name="Slide Number Placeholder 3"/>
          <p:cNvSpPr>
            <a:spLocks noGrp="1"/>
          </p:cNvSpPr>
          <p:nvPr>
            <p:ph type="sldNum" sz="quarter" idx="5"/>
          </p:nvPr>
        </p:nvSpPr>
        <p:spPr/>
        <p:txBody>
          <a:bodyPr/>
          <a:p>
            <a:fld id="{94AF003B-98AE-465A-9375-FC2EC2057058}" type="slidenum">
              <a:rPr lang="en-GB" smtClean="0"/>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53" name="Slide Image Placeholder 1"/>
          <p:cNvSpPr>
            <a:spLocks noChangeAspect="1" noRot="1" noGrp="1"/>
          </p:cNvSpPr>
          <p:nvPr>
            <p:ph type="sldImg"/>
          </p:nvPr>
        </p:nvSpPr>
        <p:spPr/>
        <p:txBody>
          <a:bodyPr/>
          <a:p>
            <a:endParaRPr lang="en-GB"/>
          </a:p>
        </p:txBody>
      </p:sp>
      <p:sp>
        <p:nvSpPr>
          <p:cNvPr id="1048654" name="Notes Placeholder 2"/>
          <p:cNvSpPr>
            <a:spLocks noGrp="1"/>
          </p:cNvSpPr>
          <p:nvPr>
            <p:ph type="body" idx="1"/>
          </p:nvPr>
        </p:nvSpPr>
        <p:spPr/>
        <p:txBody>
          <a:bodyPr/>
          <a:p>
            <a:endParaRPr dirty="0" lang="en-GB"/>
          </a:p>
        </p:txBody>
      </p:sp>
      <p:sp>
        <p:nvSpPr>
          <p:cNvPr id="1048655" name="Slide Number Placeholder 3"/>
          <p:cNvSpPr>
            <a:spLocks noGrp="1"/>
          </p:cNvSpPr>
          <p:nvPr>
            <p:ph type="sldNum" sz="quarter" idx="5"/>
          </p:nvPr>
        </p:nvSpPr>
        <p:spPr/>
        <p:txBody>
          <a:bodyPr/>
          <a:p>
            <a:fld id="{94AF003B-98AE-465A-9375-FC2EC2057058}" type="slidenum">
              <a:rPr lang="en-GB" smtClean="0"/>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62" name="Slide Image Placeholder 1"/>
          <p:cNvSpPr>
            <a:spLocks noChangeAspect="1" noRot="1" noGrp="1"/>
          </p:cNvSpPr>
          <p:nvPr>
            <p:ph type="sldImg"/>
          </p:nvPr>
        </p:nvSpPr>
        <p:spPr/>
        <p:txBody>
          <a:bodyPr/>
          <a:p>
            <a:endParaRPr lang="en-GB"/>
          </a:p>
        </p:txBody>
      </p:sp>
      <p:sp>
        <p:nvSpPr>
          <p:cNvPr id="1048663" name="Notes Placeholder 2"/>
          <p:cNvSpPr>
            <a:spLocks noGrp="1"/>
          </p:cNvSpPr>
          <p:nvPr>
            <p:ph type="body" idx="1"/>
          </p:nvPr>
        </p:nvSpPr>
        <p:spPr/>
        <p:txBody>
          <a:bodyPr/>
          <a:p>
            <a:endParaRPr dirty="0" lang="en-GB"/>
          </a:p>
        </p:txBody>
      </p:sp>
      <p:sp>
        <p:nvSpPr>
          <p:cNvPr id="1048664" name="Slide Number Placeholder 3"/>
          <p:cNvSpPr>
            <a:spLocks noGrp="1"/>
          </p:cNvSpPr>
          <p:nvPr>
            <p:ph type="sldNum" sz="quarter" idx="5"/>
          </p:nvPr>
        </p:nvSpPr>
        <p:spPr/>
        <p:txBody>
          <a:bodyPr/>
          <a:p>
            <a:fld id="{94AF003B-98AE-465A-9375-FC2EC2057058}" type="slidenum">
              <a:rPr lang="en-GB" smtClean="0"/>
              <a:t>6</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70" name="Slide Image Placeholder 1"/>
          <p:cNvSpPr>
            <a:spLocks noChangeAspect="1" noRot="1" noGrp="1"/>
          </p:cNvSpPr>
          <p:nvPr>
            <p:ph type="sldImg"/>
          </p:nvPr>
        </p:nvSpPr>
        <p:spPr/>
        <p:txBody>
          <a:bodyPr/>
          <a:p>
            <a:endParaRPr lang="en-GB"/>
          </a:p>
        </p:txBody>
      </p:sp>
      <p:sp>
        <p:nvSpPr>
          <p:cNvPr id="1048671" name="Notes Placeholder 2"/>
          <p:cNvSpPr>
            <a:spLocks noGrp="1"/>
          </p:cNvSpPr>
          <p:nvPr>
            <p:ph type="body" idx="1"/>
          </p:nvPr>
        </p:nvSpPr>
        <p:spPr/>
        <p:txBody>
          <a:bodyPr/>
          <a:p>
            <a:endParaRPr dirty="0" lang="en-GB"/>
          </a:p>
        </p:txBody>
      </p:sp>
      <p:sp>
        <p:nvSpPr>
          <p:cNvPr id="1048672" name="Slide Number Placeholder 3"/>
          <p:cNvSpPr>
            <a:spLocks noGrp="1"/>
          </p:cNvSpPr>
          <p:nvPr>
            <p:ph type="sldNum" sz="quarter" idx="5"/>
          </p:nvPr>
        </p:nvSpPr>
        <p:spPr/>
        <p:txBody>
          <a:bodyPr/>
          <a:p>
            <a:fld id="{94AF003B-98AE-465A-9375-FC2EC2057058}" type="slidenum">
              <a:rPr lang="en-GB" smtClean="0"/>
              <a:t>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79" name="Slide Image Placeholder 1"/>
          <p:cNvSpPr>
            <a:spLocks noChangeAspect="1" noRot="1" noGrp="1"/>
          </p:cNvSpPr>
          <p:nvPr>
            <p:ph type="sldImg"/>
          </p:nvPr>
        </p:nvSpPr>
        <p:spPr/>
        <p:txBody>
          <a:bodyPr/>
          <a:p>
            <a:endParaRPr lang="en-GB"/>
          </a:p>
        </p:txBody>
      </p:sp>
      <p:sp>
        <p:nvSpPr>
          <p:cNvPr id="1048680" name="Notes Placeholder 2"/>
          <p:cNvSpPr>
            <a:spLocks noGrp="1"/>
          </p:cNvSpPr>
          <p:nvPr>
            <p:ph type="body" idx="1"/>
          </p:nvPr>
        </p:nvSpPr>
        <p:spPr/>
        <p:txBody>
          <a:bodyPr/>
          <a:p>
            <a:endParaRPr dirty="0" lang="en-GB"/>
          </a:p>
        </p:txBody>
      </p:sp>
      <p:sp>
        <p:nvSpPr>
          <p:cNvPr id="1048681" name="Slide Number Placeholder 3"/>
          <p:cNvSpPr>
            <a:spLocks noGrp="1"/>
          </p:cNvSpPr>
          <p:nvPr>
            <p:ph type="sldNum" sz="quarter" idx="5"/>
          </p:nvPr>
        </p:nvSpPr>
        <p:spPr/>
        <p:txBody>
          <a:bodyPr/>
          <a:p>
            <a:fld id="{94AF003B-98AE-465A-9375-FC2EC2057058}" type="slidenum">
              <a:rPr lang="en-GB" smtClean="0"/>
              <a:t>8</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1048688" name="Slide Image Placeholder 1"/>
          <p:cNvSpPr>
            <a:spLocks noChangeAspect="1" noRot="1" noGrp="1"/>
          </p:cNvSpPr>
          <p:nvPr>
            <p:ph type="sldImg"/>
          </p:nvPr>
        </p:nvSpPr>
        <p:spPr/>
        <p:txBody>
          <a:bodyPr/>
          <a:p>
            <a:endParaRPr lang="en-GB"/>
          </a:p>
        </p:txBody>
      </p:sp>
      <p:sp>
        <p:nvSpPr>
          <p:cNvPr id="1048689" name="Notes Placeholder 2"/>
          <p:cNvSpPr>
            <a:spLocks noGrp="1"/>
          </p:cNvSpPr>
          <p:nvPr>
            <p:ph type="body" idx="1"/>
          </p:nvPr>
        </p:nvSpPr>
        <p:spPr/>
        <p:txBody>
          <a:bodyPr/>
          <a:p>
            <a:endParaRPr dirty="0" lang="en-GB"/>
          </a:p>
        </p:txBody>
      </p:sp>
      <p:sp>
        <p:nvSpPr>
          <p:cNvPr id="1048690" name="Slide Number Placeholder 3"/>
          <p:cNvSpPr>
            <a:spLocks noGrp="1"/>
          </p:cNvSpPr>
          <p:nvPr>
            <p:ph type="sldNum" sz="quarter" idx="5"/>
          </p:nvPr>
        </p:nvSpPr>
        <p:spPr/>
        <p:txBody>
          <a:bodyPr/>
          <a:p>
            <a:fld id="{94AF003B-98AE-465A-9375-FC2EC2057058}" type="slidenum">
              <a:rPr lang="en-GB" smtClean="0"/>
              <a:t>9</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a:off x="0" y="0"/>
          <a:ext cx="0" cy="0"/>
          <a:chOff x="0" y="0"/>
          <a:chExt cx="0" cy="0"/>
        </a:xfrm>
      </p:grpSpPr>
      <p:sp>
        <p:nvSpPr>
          <p:cNvPr id="1048697" name="Slide Image Placeholder 1"/>
          <p:cNvSpPr>
            <a:spLocks noChangeAspect="1" noRot="1" noGrp="1"/>
          </p:cNvSpPr>
          <p:nvPr>
            <p:ph type="sldImg"/>
          </p:nvPr>
        </p:nvSpPr>
        <p:spPr/>
        <p:txBody>
          <a:bodyPr/>
          <a:p>
            <a:endParaRPr lang="en-GB"/>
          </a:p>
        </p:txBody>
      </p:sp>
      <p:sp>
        <p:nvSpPr>
          <p:cNvPr id="1048698" name="Notes Placeholder 2"/>
          <p:cNvSpPr>
            <a:spLocks noGrp="1"/>
          </p:cNvSpPr>
          <p:nvPr>
            <p:ph type="body" idx="1"/>
          </p:nvPr>
        </p:nvSpPr>
        <p:spPr/>
        <p:txBody>
          <a:bodyPr/>
          <a:p>
            <a:endParaRPr dirty="0" lang="en-GB"/>
          </a:p>
        </p:txBody>
      </p:sp>
      <p:sp>
        <p:nvSpPr>
          <p:cNvPr id="1048699" name="Slide Number Placeholder 3"/>
          <p:cNvSpPr>
            <a:spLocks noGrp="1"/>
          </p:cNvSpPr>
          <p:nvPr>
            <p:ph type="sldNum" sz="quarter" idx="5"/>
          </p:nvPr>
        </p:nvSpPr>
        <p:spPr/>
        <p:txBody>
          <a:bodyPr/>
          <a:p>
            <a:fld id="{94AF003B-98AE-465A-9375-FC2EC2057058}" type="slidenum">
              <a:rPr lang="en-GB" smtClean="0"/>
              <a:t>10</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80" name=""/>
        <p:cNvGrpSpPr/>
        <p:nvPr/>
      </p:nvGrpSpPr>
      <p:grpSpPr>
        <a:xfrm>
          <a:off x="0" y="0"/>
          <a:ext cx="0" cy="0"/>
          <a:chOff x="0" y="0"/>
          <a:chExt cx="0" cy="0"/>
        </a:xfrm>
      </p:grpSpPr>
      <p:sp>
        <p:nvSpPr>
          <p:cNvPr id="1048705" name="Slide Image Placeholder 1"/>
          <p:cNvSpPr>
            <a:spLocks noChangeAspect="1" noRot="1" noGrp="1"/>
          </p:cNvSpPr>
          <p:nvPr>
            <p:ph type="sldImg"/>
          </p:nvPr>
        </p:nvSpPr>
        <p:spPr/>
        <p:txBody>
          <a:bodyPr/>
          <a:p>
            <a:endParaRPr lang="en-GB"/>
          </a:p>
        </p:txBody>
      </p:sp>
      <p:sp>
        <p:nvSpPr>
          <p:cNvPr id="1048706" name="Notes Placeholder 2"/>
          <p:cNvSpPr>
            <a:spLocks noGrp="1"/>
          </p:cNvSpPr>
          <p:nvPr>
            <p:ph type="body" idx="1"/>
          </p:nvPr>
        </p:nvSpPr>
        <p:spPr/>
        <p:txBody>
          <a:bodyPr/>
          <a:p>
            <a:endParaRPr dirty="0" lang="en-GB"/>
          </a:p>
        </p:txBody>
      </p:sp>
      <p:sp>
        <p:nvSpPr>
          <p:cNvPr id="1048707" name="Slide Number Placeholder 3"/>
          <p:cNvSpPr>
            <a:spLocks noGrp="1"/>
          </p:cNvSpPr>
          <p:nvPr>
            <p:ph type="sldNum" sz="quarter" idx="5"/>
          </p:nvPr>
        </p:nvSpPr>
        <p:spPr/>
        <p:txBody>
          <a:bodyPr/>
          <a:p>
            <a:fld id="{94AF003B-98AE-465A-9375-FC2EC2057058}" type="slidenum">
              <a:rPr lang="en-GB" smtClean="0"/>
              <a:t>11</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83" name=""/>
        <p:cNvGrpSpPr/>
        <p:nvPr/>
      </p:nvGrpSpPr>
      <p:grpSpPr>
        <a:xfrm>
          <a:off x="0" y="0"/>
          <a:ext cx="0" cy="0"/>
          <a:chOff x="0" y="0"/>
          <a:chExt cx="0" cy="0"/>
        </a:xfrm>
      </p:grpSpPr>
      <p:sp>
        <p:nvSpPr>
          <p:cNvPr id="1048714" name="Slide Image Placeholder 1"/>
          <p:cNvSpPr>
            <a:spLocks noChangeAspect="1" noRot="1" noGrp="1"/>
          </p:cNvSpPr>
          <p:nvPr>
            <p:ph type="sldImg"/>
          </p:nvPr>
        </p:nvSpPr>
        <p:spPr/>
        <p:txBody>
          <a:bodyPr/>
          <a:p>
            <a:endParaRPr lang="en-GB"/>
          </a:p>
        </p:txBody>
      </p:sp>
      <p:sp>
        <p:nvSpPr>
          <p:cNvPr id="1048715" name="Notes Placeholder 2"/>
          <p:cNvSpPr>
            <a:spLocks noGrp="1"/>
          </p:cNvSpPr>
          <p:nvPr>
            <p:ph type="body" idx="1"/>
          </p:nvPr>
        </p:nvSpPr>
        <p:spPr/>
        <p:txBody>
          <a:bodyPr/>
          <a:p>
            <a:endParaRPr dirty="0" lang="en-GB"/>
          </a:p>
        </p:txBody>
      </p:sp>
      <p:sp>
        <p:nvSpPr>
          <p:cNvPr id="1048716" name="Slide Number Placeholder 3"/>
          <p:cNvSpPr>
            <a:spLocks noGrp="1"/>
          </p:cNvSpPr>
          <p:nvPr>
            <p:ph type="sldNum" sz="quarter" idx="5"/>
          </p:nvPr>
        </p:nvSpPr>
        <p:spPr/>
        <p:txBody>
          <a:bodyPr/>
          <a:p>
            <a:fld id="{94AF003B-98AE-465A-9375-FC2EC2057058}" type="slidenum">
              <a:rPr lang="en-GB" smtClean="0"/>
              <a:t>12</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721" name="Slide Image Placeholder 1"/>
          <p:cNvSpPr>
            <a:spLocks noChangeAspect="1" noRot="1" noGrp="1"/>
          </p:cNvSpPr>
          <p:nvPr>
            <p:ph type="sldImg"/>
          </p:nvPr>
        </p:nvSpPr>
        <p:spPr/>
        <p:txBody>
          <a:bodyPr/>
          <a:p>
            <a:endParaRPr lang="en-GB"/>
          </a:p>
        </p:txBody>
      </p:sp>
      <p:sp>
        <p:nvSpPr>
          <p:cNvPr id="1048722" name="Notes Placeholder 2"/>
          <p:cNvSpPr>
            <a:spLocks noGrp="1"/>
          </p:cNvSpPr>
          <p:nvPr>
            <p:ph type="body" idx="1"/>
          </p:nvPr>
        </p:nvSpPr>
        <p:spPr/>
        <p:txBody>
          <a:bodyPr/>
          <a:p>
            <a:endParaRPr dirty="0" lang="en-GB"/>
          </a:p>
        </p:txBody>
      </p:sp>
      <p:sp>
        <p:nvSpPr>
          <p:cNvPr id="1048723" name="Slide Number Placeholder 3"/>
          <p:cNvSpPr>
            <a:spLocks noGrp="1"/>
          </p:cNvSpPr>
          <p:nvPr>
            <p:ph type="sldNum" sz="quarter" idx="5"/>
          </p:nvPr>
        </p:nvSpPr>
        <p:spPr/>
        <p:txBody>
          <a:bodyPr/>
          <a:p>
            <a:fld id="{94AF003B-98AE-465A-9375-FC2EC2057058}" type="slidenum">
              <a:rPr lang="en-GB" smtClean="0"/>
              <a:t>13</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sp>
        <p:nvSpPr>
          <p:cNvPr id="1048730" name="Slide Image Placeholder 1"/>
          <p:cNvSpPr>
            <a:spLocks noChangeAspect="1" noRot="1" noGrp="1"/>
          </p:cNvSpPr>
          <p:nvPr>
            <p:ph type="sldImg"/>
          </p:nvPr>
        </p:nvSpPr>
        <p:spPr/>
        <p:txBody>
          <a:bodyPr/>
          <a:p>
            <a:endParaRPr lang="en-GB"/>
          </a:p>
        </p:txBody>
      </p:sp>
      <p:sp>
        <p:nvSpPr>
          <p:cNvPr id="1048731" name="Notes Placeholder 2"/>
          <p:cNvSpPr>
            <a:spLocks noGrp="1"/>
          </p:cNvSpPr>
          <p:nvPr>
            <p:ph type="body" idx="1"/>
          </p:nvPr>
        </p:nvSpPr>
        <p:spPr/>
        <p:txBody>
          <a:bodyPr/>
          <a:p>
            <a:endParaRPr dirty="0" lang="en-GB"/>
          </a:p>
        </p:txBody>
      </p:sp>
      <p:sp>
        <p:nvSpPr>
          <p:cNvPr id="1048732" name="Slide Number Placeholder 3"/>
          <p:cNvSpPr>
            <a:spLocks noGrp="1"/>
          </p:cNvSpPr>
          <p:nvPr>
            <p:ph type="sldNum" sz="quarter" idx="5"/>
          </p:nvPr>
        </p:nvSpPr>
        <p:spPr/>
        <p:txBody>
          <a:bodyPr/>
          <a:p>
            <a:fld id="{94AF003B-98AE-465A-9375-FC2EC2057058}" type="slidenum">
              <a:rPr lang="en-GB" smtClean="0"/>
              <a:t>14</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sp>
        <p:nvSpPr>
          <p:cNvPr id="1048737" name="Slide Image Placeholder 1"/>
          <p:cNvSpPr>
            <a:spLocks noChangeAspect="1" noRot="1" noGrp="1"/>
          </p:cNvSpPr>
          <p:nvPr>
            <p:ph type="sldImg"/>
          </p:nvPr>
        </p:nvSpPr>
        <p:spPr/>
        <p:txBody>
          <a:bodyPr/>
          <a:p>
            <a:endParaRPr lang="en-GB"/>
          </a:p>
        </p:txBody>
      </p:sp>
      <p:sp>
        <p:nvSpPr>
          <p:cNvPr id="1048738" name="Notes Placeholder 2"/>
          <p:cNvSpPr>
            <a:spLocks noGrp="1"/>
          </p:cNvSpPr>
          <p:nvPr>
            <p:ph type="body" idx="1"/>
          </p:nvPr>
        </p:nvSpPr>
        <p:spPr/>
        <p:txBody>
          <a:bodyPr/>
          <a:p>
            <a:endParaRPr dirty="0" lang="en-GB"/>
          </a:p>
        </p:txBody>
      </p:sp>
      <p:sp>
        <p:nvSpPr>
          <p:cNvPr id="1048739" name="Slide Number Placeholder 3"/>
          <p:cNvSpPr>
            <a:spLocks noGrp="1"/>
          </p:cNvSpPr>
          <p:nvPr>
            <p:ph type="sldNum" sz="quarter" idx="5"/>
          </p:nvPr>
        </p:nvSpPr>
        <p:spPr/>
        <p:txBody>
          <a:bodyPr/>
          <a:p>
            <a:fld id="{94AF003B-98AE-465A-9375-FC2EC2057058}" type="slidenum">
              <a:rPr lang="en-GB" smtClean="0"/>
              <a:t>15</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95" name=""/>
        <p:cNvGrpSpPr/>
        <p:nvPr/>
      </p:nvGrpSpPr>
      <p:grpSpPr>
        <a:xfrm>
          <a:off x="0" y="0"/>
          <a:ext cx="0" cy="0"/>
          <a:chOff x="0" y="0"/>
          <a:chExt cx="0" cy="0"/>
        </a:xfrm>
      </p:grpSpPr>
      <p:sp>
        <p:nvSpPr>
          <p:cNvPr id="1048745" name="Slide Image Placeholder 1"/>
          <p:cNvSpPr>
            <a:spLocks noChangeAspect="1" noRot="1" noGrp="1"/>
          </p:cNvSpPr>
          <p:nvPr>
            <p:ph type="sldImg"/>
          </p:nvPr>
        </p:nvSpPr>
        <p:spPr/>
        <p:txBody>
          <a:bodyPr/>
          <a:p>
            <a:endParaRPr lang="en-GB"/>
          </a:p>
        </p:txBody>
      </p:sp>
      <p:sp>
        <p:nvSpPr>
          <p:cNvPr id="1048746" name="Notes Placeholder 2"/>
          <p:cNvSpPr>
            <a:spLocks noGrp="1"/>
          </p:cNvSpPr>
          <p:nvPr>
            <p:ph type="body" idx="1"/>
          </p:nvPr>
        </p:nvSpPr>
        <p:spPr/>
        <p:txBody>
          <a:bodyPr/>
          <a:p>
            <a:endParaRPr dirty="0" lang="en-GB"/>
          </a:p>
        </p:txBody>
      </p:sp>
      <p:sp>
        <p:nvSpPr>
          <p:cNvPr id="1048747" name="Slide Number Placeholder 3"/>
          <p:cNvSpPr>
            <a:spLocks noGrp="1"/>
          </p:cNvSpPr>
          <p:nvPr>
            <p:ph type="sldNum" sz="quarter" idx="5"/>
          </p:nvPr>
        </p:nvSpPr>
        <p:spPr/>
        <p:txBody>
          <a:bodyPr/>
          <a:p>
            <a:fld id="{94AF003B-98AE-465A-9375-FC2EC2057058}" type="slidenum">
              <a:rPr lang="en-GB" smtClean="0"/>
              <a:t>16</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12" name="Slide Image Placeholder 1"/>
          <p:cNvSpPr>
            <a:spLocks noChangeAspect="1" noRot="1" noGrp="1"/>
          </p:cNvSpPr>
          <p:nvPr>
            <p:ph type="sldImg"/>
          </p:nvPr>
        </p:nvSpPr>
        <p:spPr/>
        <p:txBody>
          <a:bodyPr/>
          <a:p>
            <a:endParaRPr lang="en-GB"/>
          </a:p>
        </p:txBody>
      </p:sp>
      <p:sp>
        <p:nvSpPr>
          <p:cNvPr id="1048613" name="Notes Placeholder 2"/>
          <p:cNvSpPr>
            <a:spLocks noGrp="1"/>
          </p:cNvSpPr>
          <p:nvPr>
            <p:ph type="body" idx="1"/>
          </p:nvPr>
        </p:nvSpPr>
        <p:spPr/>
        <p:txBody>
          <a:bodyPr/>
          <a:p>
            <a:endParaRPr dirty="0" lang="en-GB"/>
          </a:p>
        </p:txBody>
      </p:sp>
      <p:sp>
        <p:nvSpPr>
          <p:cNvPr id="1048614" name="Slide Number Placeholder 3"/>
          <p:cNvSpPr>
            <a:spLocks noGrp="1"/>
          </p:cNvSpPr>
          <p:nvPr>
            <p:ph type="sldNum" sz="quarter" idx="5"/>
          </p:nvPr>
        </p:nvSpPr>
        <p:spPr/>
        <p:txBody>
          <a:bodyPr/>
          <a:p>
            <a:fld id="{94AF003B-98AE-465A-9375-FC2EC2057058}" type="slidenum">
              <a:rPr lang="en-GB" smtClean="0"/>
              <a:t>17</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04" name="Slide Image Placeholder 1"/>
          <p:cNvSpPr>
            <a:spLocks noChangeAspect="1" noRot="1" noGrp="1"/>
          </p:cNvSpPr>
          <p:nvPr>
            <p:ph type="sldImg"/>
          </p:nvPr>
        </p:nvSpPr>
        <p:spPr/>
        <p:txBody>
          <a:bodyPr/>
          <a:p>
            <a:endParaRPr lang="en-GB"/>
          </a:p>
        </p:txBody>
      </p:sp>
      <p:sp>
        <p:nvSpPr>
          <p:cNvPr id="1048605" name="Notes Placeholder 2"/>
          <p:cNvSpPr>
            <a:spLocks noGrp="1"/>
          </p:cNvSpPr>
          <p:nvPr>
            <p:ph type="body" idx="1"/>
          </p:nvPr>
        </p:nvSpPr>
        <p:spPr/>
        <p:txBody>
          <a:bodyPr/>
          <a:p>
            <a:endParaRPr dirty="0" lang="en-GB"/>
          </a:p>
        </p:txBody>
      </p:sp>
      <p:sp>
        <p:nvSpPr>
          <p:cNvPr id="1048606" name="Slide Number Placeholder 3"/>
          <p:cNvSpPr>
            <a:spLocks noGrp="1"/>
          </p:cNvSpPr>
          <p:nvPr>
            <p:ph type="sldNum" sz="quarter" idx="5"/>
          </p:nvPr>
        </p:nvSpPr>
        <p:spPr/>
        <p:txBody>
          <a:bodyPr/>
          <a:p>
            <a:fld id="{94AF003B-98AE-465A-9375-FC2EC2057058}" type="slidenum">
              <a:rPr lang="en-GB" smtClean="0"/>
              <a:t>18</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595" name="Slide Image Placeholder 1"/>
          <p:cNvSpPr>
            <a:spLocks noChangeAspect="1" noRot="1" noGrp="1"/>
          </p:cNvSpPr>
          <p:nvPr>
            <p:ph type="sldImg"/>
          </p:nvPr>
        </p:nvSpPr>
        <p:spPr/>
        <p:txBody>
          <a:bodyPr/>
          <a:p>
            <a:endParaRPr lang="en-GB"/>
          </a:p>
        </p:txBody>
      </p:sp>
      <p:sp>
        <p:nvSpPr>
          <p:cNvPr id="1048596" name="Notes Placeholder 2"/>
          <p:cNvSpPr>
            <a:spLocks noGrp="1"/>
          </p:cNvSpPr>
          <p:nvPr>
            <p:ph type="body" idx="1"/>
          </p:nvPr>
        </p:nvSpPr>
        <p:spPr/>
        <p:txBody>
          <a:bodyPr/>
          <a:p>
            <a:endParaRPr dirty="0" lang="en-GB"/>
          </a:p>
        </p:txBody>
      </p:sp>
      <p:sp>
        <p:nvSpPr>
          <p:cNvPr id="1048597" name="Slide Number Placeholder 3"/>
          <p:cNvSpPr>
            <a:spLocks noGrp="1"/>
          </p:cNvSpPr>
          <p:nvPr>
            <p:ph type="sldNum" sz="quarter" idx="5"/>
          </p:nvPr>
        </p:nvSpPr>
        <p:spPr/>
        <p:txBody>
          <a:bodyPr/>
          <a:p>
            <a:fld id="{94AF003B-98AE-465A-9375-FC2EC2057058}" type="slidenum">
              <a:rPr lang="en-GB" smtClean="0"/>
              <a:t>19</a:t>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586" name="Slide Image Placeholder 1"/>
          <p:cNvSpPr>
            <a:spLocks noChangeAspect="1" noRot="1" noGrp="1"/>
          </p:cNvSpPr>
          <p:nvPr>
            <p:ph type="sldImg"/>
          </p:nvPr>
        </p:nvSpPr>
        <p:spPr/>
      </p:sp>
      <p:sp>
        <p:nvSpPr>
          <p:cNvPr id="1048587" name="Notes Placeholder 2"/>
          <p:cNvSpPr>
            <a:spLocks noGrp="1"/>
          </p:cNvSpPr>
          <p:nvPr>
            <p:ph type="body" idx="1"/>
          </p:nvPr>
        </p:nvSpPr>
        <p:spPr/>
        <p:txBody>
          <a:bodyPr/>
          <a:p>
            <a:endParaRPr dirty="0" lang="en-GB"/>
          </a:p>
        </p:txBody>
      </p:sp>
      <p:sp>
        <p:nvSpPr>
          <p:cNvPr id="1048588" name="Slide Number Placeholder 3"/>
          <p:cNvSpPr>
            <a:spLocks noGrp="1"/>
          </p:cNvSpPr>
          <p:nvPr>
            <p:ph type="sldNum" sz="quarter" idx="5"/>
          </p:nvPr>
        </p:nvSpPr>
        <p:spPr/>
        <p:txBody>
          <a:bodyPr/>
          <a:p>
            <a:fld id="{94AF003B-98AE-465A-9375-FC2EC2057058}" type="slidenum">
              <a:rPr lang="en-GB" smtClean="0"/>
              <a:t>20</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47" name=""/>
        <p:cNvGrpSpPr/>
        <p:nvPr/>
      </p:nvGrpSpPr>
      <p:grpSpPr>
        <a:xfrm>
          <a:off x="0" y="0"/>
          <a:ext cx="0" cy="0"/>
          <a:chOff x="0" y="0"/>
          <a:chExt cx="0" cy="0"/>
        </a:xfrm>
      </p:grpSpPr>
      <p:sp>
        <p:nvSpPr>
          <p:cNvPr id="1048615"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1048616"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endParaRPr lang="en-GB"/>
          </a:p>
        </p:txBody>
      </p:sp>
      <p:sp>
        <p:nvSpPr>
          <p:cNvPr id="1048617" name="Date Placeholder 3"/>
          <p:cNvSpPr>
            <a:spLocks noGrp="1"/>
          </p:cNvSpPr>
          <p:nvPr>
            <p:ph type="dt" sz="half" idx="10"/>
          </p:nvPr>
        </p:nvSpPr>
        <p:spPr/>
        <p:txBody>
          <a:bodyPr/>
          <a:p>
            <a:fld id="{157BF913-7F72-49EC-BBCD-129DFDA80B09}" type="datetimeFigureOut">
              <a:rPr lang="en-GB" smtClean="0"/>
              <a:t>27/10/2026</a:t>
            </a:fld>
            <a:endParaRPr lang="en-GB"/>
          </a:p>
        </p:txBody>
      </p:sp>
      <p:sp>
        <p:nvSpPr>
          <p:cNvPr id="1048618" name="Footer Placeholder 4"/>
          <p:cNvSpPr>
            <a:spLocks noGrp="1"/>
          </p:cNvSpPr>
          <p:nvPr>
            <p:ph type="ftr" sz="quarter" idx="11"/>
          </p:nvPr>
        </p:nvSpPr>
        <p:spPr/>
        <p:txBody>
          <a:bodyPr/>
          <a:p>
            <a:endParaRPr lang="en-GB"/>
          </a:p>
        </p:txBody>
      </p:sp>
      <p:sp>
        <p:nvSpPr>
          <p:cNvPr id="1048619" name="Slide Number Placeholder 5"/>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98" name=""/>
        <p:cNvGrpSpPr/>
        <p:nvPr/>
      </p:nvGrpSpPr>
      <p:grpSpPr>
        <a:xfrm>
          <a:off x="0" y="0"/>
          <a:ext cx="0" cy="0"/>
          <a:chOff x="0" y="0"/>
          <a:chExt cx="0" cy="0"/>
        </a:xfrm>
      </p:grpSpPr>
      <p:sp>
        <p:nvSpPr>
          <p:cNvPr id="1048757" name="Title 1"/>
          <p:cNvSpPr>
            <a:spLocks noGrp="1"/>
          </p:cNvSpPr>
          <p:nvPr>
            <p:ph type="title"/>
          </p:nvPr>
        </p:nvSpPr>
        <p:spPr/>
        <p:txBody>
          <a:bodyPr/>
          <a:p>
            <a:r>
              <a:rPr lang="en-US"/>
              <a:t>Click to edit Master title style</a:t>
            </a:r>
            <a:endParaRPr lang="en-GB"/>
          </a:p>
        </p:txBody>
      </p:sp>
      <p:sp>
        <p:nvSpPr>
          <p:cNvPr id="1048758"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59" name="Date Placeholder 3"/>
          <p:cNvSpPr>
            <a:spLocks noGrp="1"/>
          </p:cNvSpPr>
          <p:nvPr>
            <p:ph type="dt" sz="half" idx="10"/>
          </p:nvPr>
        </p:nvSpPr>
        <p:spPr/>
        <p:txBody>
          <a:bodyPr/>
          <a:p>
            <a:fld id="{157BF913-7F72-49EC-BBCD-129DFDA80B09}" type="datetimeFigureOut">
              <a:rPr lang="en-GB" smtClean="0"/>
              <a:t>27/10/2026</a:t>
            </a:fld>
            <a:endParaRPr lang="en-GB"/>
          </a:p>
        </p:txBody>
      </p:sp>
      <p:sp>
        <p:nvSpPr>
          <p:cNvPr id="1048760" name="Footer Placeholder 4"/>
          <p:cNvSpPr>
            <a:spLocks noGrp="1"/>
          </p:cNvSpPr>
          <p:nvPr>
            <p:ph type="ftr" sz="quarter" idx="11"/>
          </p:nvPr>
        </p:nvSpPr>
        <p:spPr/>
        <p:txBody>
          <a:bodyPr/>
          <a:p>
            <a:endParaRPr lang="en-GB"/>
          </a:p>
        </p:txBody>
      </p:sp>
      <p:sp>
        <p:nvSpPr>
          <p:cNvPr id="1048761" name="Slide Number Placeholder 5"/>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101" name=""/>
        <p:cNvGrpSpPr/>
        <p:nvPr/>
      </p:nvGrpSpPr>
      <p:grpSpPr>
        <a:xfrm>
          <a:off x="0" y="0"/>
          <a:ext cx="0" cy="0"/>
          <a:chOff x="0" y="0"/>
          <a:chExt cx="0" cy="0"/>
        </a:xfrm>
      </p:grpSpPr>
      <p:sp>
        <p:nvSpPr>
          <p:cNvPr id="1048773"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1048774" name="Text Placeholder 2"/>
          <p:cNvSpPr>
            <a:spLocks noGrp="1"/>
          </p:cNvSpPr>
          <p:nvPr>
            <p:ph type="body" idx="1"/>
          </p:nvPr>
        </p:nvSpPr>
        <p:spPr>
          <a:xfrm>
            <a:off x="831850" y="4589463"/>
            <a:ext cx="10515600" cy="1500187"/>
          </a:xfrm>
        </p:spPr>
        <p:txBody>
          <a:bodyPr/>
          <a:lstStyle>
            <a:lvl1pPr indent="0" marL="0">
              <a:buNone/>
              <a:defRPr sz="2400">
                <a:solidFill>
                  <a:schemeClr val="tx1">
                    <a:tint val="82000"/>
                  </a:schemeClr>
                </a:solidFill>
              </a:defRPr>
            </a:lvl1pPr>
            <a:lvl2pPr indent="0" marL="457200">
              <a:buNone/>
              <a:defRPr sz="2000">
                <a:solidFill>
                  <a:schemeClr val="tx1">
                    <a:tint val="82000"/>
                  </a:schemeClr>
                </a:solidFill>
              </a:defRPr>
            </a:lvl2pPr>
            <a:lvl3pPr indent="0" marL="914400">
              <a:buNone/>
              <a:defRPr sz="1800">
                <a:solidFill>
                  <a:schemeClr val="tx1">
                    <a:tint val="82000"/>
                  </a:schemeClr>
                </a:solidFill>
              </a:defRPr>
            </a:lvl3pPr>
            <a:lvl4pPr indent="0" marL="1371600">
              <a:buNone/>
              <a:defRPr sz="1600">
                <a:solidFill>
                  <a:schemeClr val="tx1">
                    <a:tint val="82000"/>
                  </a:schemeClr>
                </a:solidFill>
              </a:defRPr>
            </a:lvl4pPr>
            <a:lvl5pPr indent="0" marL="1828800">
              <a:buNone/>
              <a:defRPr sz="1600">
                <a:solidFill>
                  <a:schemeClr val="tx1">
                    <a:tint val="82000"/>
                  </a:schemeClr>
                </a:solidFill>
              </a:defRPr>
            </a:lvl5pPr>
            <a:lvl6pPr indent="0" marL="2286000">
              <a:buNone/>
              <a:defRPr sz="1600">
                <a:solidFill>
                  <a:schemeClr val="tx1">
                    <a:tint val="82000"/>
                  </a:schemeClr>
                </a:solidFill>
              </a:defRPr>
            </a:lvl6pPr>
            <a:lvl7pPr indent="0" marL="2743200">
              <a:buNone/>
              <a:defRPr sz="1600">
                <a:solidFill>
                  <a:schemeClr val="tx1">
                    <a:tint val="82000"/>
                  </a:schemeClr>
                </a:solidFill>
              </a:defRPr>
            </a:lvl7pPr>
            <a:lvl8pPr indent="0" marL="3200400">
              <a:buNone/>
              <a:defRPr sz="1600">
                <a:solidFill>
                  <a:schemeClr val="tx1">
                    <a:tint val="82000"/>
                  </a:schemeClr>
                </a:solidFill>
              </a:defRPr>
            </a:lvl8pPr>
            <a:lvl9pPr indent="0" marL="3657600">
              <a:buNone/>
              <a:defRPr sz="1600">
                <a:solidFill>
                  <a:schemeClr val="tx1">
                    <a:tint val="82000"/>
                  </a:schemeClr>
                </a:solidFill>
              </a:defRPr>
            </a:lvl9pPr>
          </a:lstStyle>
          <a:p>
            <a:pPr lvl="0"/>
            <a:r>
              <a:rPr lang="en-US"/>
              <a:t>Click to edit Master text styles</a:t>
            </a:r>
          </a:p>
        </p:txBody>
      </p:sp>
      <p:sp>
        <p:nvSpPr>
          <p:cNvPr id="1048775" name="Date Placeholder 3"/>
          <p:cNvSpPr>
            <a:spLocks noGrp="1"/>
          </p:cNvSpPr>
          <p:nvPr>
            <p:ph type="dt" sz="half" idx="10"/>
          </p:nvPr>
        </p:nvSpPr>
        <p:spPr/>
        <p:txBody>
          <a:bodyPr/>
          <a:p>
            <a:fld id="{157BF913-7F72-49EC-BBCD-129DFDA80B09}" type="datetimeFigureOut">
              <a:rPr lang="en-GB" smtClean="0"/>
              <a:t>27/10/2026</a:t>
            </a:fld>
            <a:endParaRPr lang="en-GB"/>
          </a:p>
        </p:txBody>
      </p:sp>
      <p:sp>
        <p:nvSpPr>
          <p:cNvPr id="1048776" name="Footer Placeholder 4"/>
          <p:cNvSpPr>
            <a:spLocks noGrp="1"/>
          </p:cNvSpPr>
          <p:nvPr>
            <p:ph type="ftr" sz="quarter" idx="11"/>
          </p:nvPr>
        </p:nvSpPr>
        <p:spPr/>
        <p:txBody>
          <a:bodyPr/>
          <a:p>
            <a:endParaRPr lang="en-GB"/>
          </a:p>
        </p:txBody>
      </p:sp>
      <p:sp>
        <p:nvSpPr>
          <p:cNvPr id="1048777" name="Slide Number Placeholder 5"/>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102" name=""/>
        <p:cNvGrpSpPr/>
        <p:nvPr/>
      </p:nvGrpSpPr>
      <p:grpSpPr>
        <a:xfrm>
          <a:off x="0" y="0"/>
          <a:ext cx="0" cy="0"/>
          <a:chOff x="0" y="0"/>
          <a:chExt cx="0" cy="0"/>
        </a:xfrm>
      </p:grpSpPr>
      <p:sp>
        <p:nvSpPr>
          <p:cNvPr id="1048778" name="Title 1"/>
          <p:cNvSpPr>
            <a:spLocks noGrp="1"/>
          </p:cNvSpPr>
          <p:nvPr>
            <p:ph type="title"/>
          </p:nvPr>
        </p:nvSpPr>
        <p:spPr/>
        <p:txBody>
          <a:bodyPr/>
          <a:p>
            <a:r>
              <a:rPr lang="en-US"/>
              <a:t>Click to edit Master title style</a:t>
            </a:r>
            <a:endParaRPr lang="en-GB"/>
          </a:p>
        </p:txBody>
      </p:sp>
      <p:sp>
        <p:nvSpPr>
          <p:cNvPr id="1048779"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0"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1" name="Date Placeholder 4"/>
          <p:cNvSpPr>
            <a:spLocks noGrp="1"/>
          </p:cNvSpPr>
          <p:nvPr>
            <p:ph type="dt" sz="half" idx="10"/>
          </p:nvPr>
        </p:nvSpPr>
        <p:spPr/>
        <p:txBody>
          <a:bodyPr/>
          <a:p>
            <a:fld id="{157BF913-7F72-49EC-BBCD-129DFDA80B09}" type="datetimeFigureOut">
              <a:rPr lang="en-GB" smtClean="0"/>
              <a:t>27/10/2026</a:t>
            </a:fld>
            <a:endParaRPr lang="en-GB"/>
          </a:p>
        </p:txBody>
      </p:sp>
      <p:sp>
        <p:nvSpPr>
          <p:cNvPr id="1048782" name="Footer Placeholder 5"/>
          <p:cNvSpPr>
            <a:spLocks noGrp="1"/>
          </p:cNvSpPr>
          <p:nvPr>
            <p:ph type="ftr" sz="quarter" idx="11"/>
          </p:nvPr>
        </p:nvSpPr>
        <p:spPr/>
        <p:txBody>
          <a:bodyPr/>
          <a:p>
            <a:endParaRPr lang="en-GB"/>
          </a:p>
        </p:txBody>
      </p:sp>
      <p:sp>
        <p:nvSpPr>
          <p:cNvPr id="1048783" name="Slide Number Placeholder 6"/>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103" name=""/>
        <p:cNvGrpSpPr/>
        <p:nvPr/>
      </p:nvGrpSpPr>
      <p:grpSpPr>
        <a:xfrm>
          <a:off x="0" y="0"/>
          <a:ext cx="0" cy="0"/>
          <a:chOff x="0" y="0"/>
          <a:chExt cx="0" cy="0"/>
        </a:xfrm>
      </p:grpSpPr>
      <p:sp>
        <p:nvSpPr>
          <p:cNvPr id="1048784" name="Title 1"/>
          <p:cNvSpPr>
            <a:spLocks noGrp="1"/>
          </p:cNvSpPr>
          <p:nvPr>
            <p:ph type="title"/>
          </p:nvPr>
        </p:nvSpPr>
        <p:spPr>
          <a:xfrm>
            <a:off x="839788" y="365125"/>
            <a:ext cx="10515600" cy="1325563"/>
          </a:xfrm>
        </p:spPr>
        <p:txBody>
          <a:bodyPr/>
          <a:p>
            <a:r>
              <a:rPr lang="en-US"/>
              <a:t>Click to edit Master title style</a:t>
            </a:r>
            <a:endParaRPr lang="en-GB"/>
          </a:p>
        </p:txBody>
      </p:sp>
      <p:sp>
        <p:nvSpPr>
          <p:cNvPr id="1048785"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86"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7"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88"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9" name="Date Placeholder 6"/>
          <p:cNvSpPr>
            <a:spLocks noGrp="1"/>
          </p:cNvSpPr>
          <p:nvPr>
            <p:ph type="dt" sz="half" idx="10"/>
          </p:nvPr>
        </p:nvSpPr>
        <p:spPr/>
        <p:txBody>
          <a:bodyPr/>
          <a:p>
            <a:fld id="{157BF913-7F72-49EC-BBCD-129DFDA80B09}" type="datetimeFigureOut">
              <a:rPr lang="en-GB" smtClean="0"/>
              <a:t>27/10/2026</a:t>
            </a:fld>
            <a:endParaRPr lang="en-GB"/>
          </a:p>
        </p:txBody>
      </p:sp>
      <p:sp>
        <p:nvSpPr>
          <p:cNvPr id="1048790" name="Footer Placeholder 7"/>
          <p:cNvSpPr>
            <a:spLocks noGrp="1"/>
          </p:cNvSpPr>
          <p:nvPr>
            <p:ph type="ftr" sz="quarter" idx="11"/>
          </p:nvPr>
        </p:nvSpPr>
        <p:spPr/>
        <p:txBody>
          <a:bodyPr/>
          <a:p>
            <a:endParaRPr lang="en-GB"/>
          </a:p>
        </p:txBody>
      </p:sp>
      <p:sp>
        <p:nvSpPr>
          <p:cNvPr id="1048791" name="Slide Number Placeholder 8"/>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96" name=""/>
        <p:cNvGrpSpPr/>
        <p:nvPr/>
      </p:nvGrpSpPr>
      <p:grpSpPr>
        <a:xfrm>
          <a:off x="0" y="0"/>
          <a:ext cx="0" cy="0"/>
          <a:chOff x="0" y="0"/>
          <a:chExt cx="0" cy="0"/>
        </a:xfrm>
      </p:grpSpPr>
      <p:sp>
        <p:nvSpPr>
          <p:cNvPr id="1048748" name="Title 1"/>
          <p:cNvSpPr>
            <a:spLocks noGrp="1"/>
          </p:cNvSpPr>
          <p:nvPr>
            <p:ph type="title"/>
          </p:nvPr>
        </p:nvSpPr>
        <p:spPr/>
        <p:txBody>
          <a:bodyPr/>
          <a:p>
            <a:r>
              <a:rPr lang="en-US"/>
              <a:t>Click to edit Master title style</a:t>
            </a:r>
            <a:endParaRPr lang="en-GB"/>
          </a:p>
        </p:txBody>
      </p:sp>
      <p:sp>
        <p:nvSpPr>
          <p:cNvPr id="1048749" name="Date Placeholder 2"/>
          <p:cNvSpPr>
            <a:spLocks noGrp="1"/>
          </p:cNvSpPr>
          <p:nvPr>
            <p:ph type="dt" sz="half" idx="10"/>
          </p:nvPr>
        </p:nvSpPr>
        <p:spPr/>
        <p:txBody>
          <a:bodyPr/>
          <a:p>
            <a:fld id="{157BF913-7F72-49EC-BBCD-129DFDA80B09}" type="datetimeFigureOut">
              <a:rPr lang="en-GB" smtClean="0"/>
              <a:t>27/10/2026</a:t>
            </a:fld>
            <a:endParaRPr lang="en-GB"/>
          </a:p>
        </p:txBody>
      </p:sp>
      <p:sp>
        <p:nvSpPr>
          <p:cNvPr id="1048750" name="Footer Placeholder 3"/>
          <p:cNvSpPr>
            <a:spLocks noGrp="1"/>
          </p:cNvSpPr>
          <p:nvPr>
            <p:ph type="ftr" sz="quarter" idx="11"/>
          </p:nvPr>
        </p:nvSpPr>
        <p:spPr/>
        <p:txBody>
          <a:bodyPr/>
          <a:p>
            <a:endParaRPr lang="en-GB"/>
          </a:p>
        </p:txBody>
      </p:sp>
      <p:sp>
        <p:nvSpPr>
          <p:cNvPr id="1048751" name="Slide Number Placeholder 4"/>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34" name=""/>
        <p:cNvGrpSpPr/>
        <p:nvPr/>
      </p:nvGrpSpPr>
      <p:grpSpPr>
        <a:xfrm>
          <a:off x="0" y="0"/>
          <a:ext cx="0" cy="0"/>
          <a:chOff x="0" y="0"/>
          <a:chExt cx="0" cy="0"/>
        </a:xfrm>
      </p:grpSpPr>
      <p:sp>
        <p:nvSpPr>
          <p:cNvPr id="1048581" name="Date Placeholder 1"/>
          <p:cNvSpPr>
            <a:spLocks noGrp="1"/>
          </p:cNvSpPr>
          <p:nvPr>
            <p:ph type="dt" sz="half" idx="10"/>
          </p:nvPr>
        </p:nvSpPr>
        <p:spPr/>
        <p:txBody>
          <a:bodyPr/>
          <a:p>
            <a:fld id="{157BF913-7F72-49EC-BBCD-129DFDA80B09}" type="datetimeFigureOut">
              <a:rPr lang="en-GB" smtClean="0"/>
              <a:t>27/10/2026</a:t>
            </a:fld>
            <a:endParaRPr lang="en-GB"/>
          </a:p>
        </p:txBody>
      </p:sp>
      <p:sp>
        <p:nvSpPr>
          <p:cNvPr id="1048582" name="Footer Placeholder 2"/>
          <p:cNvSpPr>
            <a:spLocks noGrp="1"/>
          </p:cNvSpPr>
          <p:nvPr>
            <p:ph type="ftr" sz="quarter" idx="11"/>
          </p:nvPr>
        </p:nvSpPr>
        <p:spPr/>
        <p:txBody>
          <a:bodyPr/>
          <a:p>
            <a:endParaRPr lang="en-GB"/>
          </a:p>
        </p:txBody>
      </p:sp>
      <p:sp>
        <p:nvSpPr>
          <p:cNvPr id="1048583" name="Slide Number Placeholder 3"/>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104" name=""/>
        <p:cNvGrpSpPr/>
        <p:nvPr/>
      </p:nvGrpSpPr>
      <p:grpSpPr>
        <a:xfrm>
          <a:off x="0" y="0"/>
          <a:ext cx="0" cy="0"/>
          <a:chOff x="0" y="0"/>
          <a:chExt cx="0" cy="0"/>
        </a:xfrm>
      </p:grpSpPr>
      <p:sp>
        <p:nvSpPr>
          <p:cNvPr id="104879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104879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94"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95" name="Date Placeholder 4"/>
          <p:cNvSpPr>
            <a:spLocks noGrp="1"/>
          </p:cNvSpPr>
          <p:nvPr>
            <p:ph type="dt" sz="half" idx="10"/>
          </p:nvPr>
        </p:nvSpPr>
        <p:spPr/>
        <p:txBody>
          <a:bodyPr/>
          <a:p>
            <a:fld id="{157BF913-7F72-49EC-BBCD-129DFDA80B09}" type="datetimeFigureOut">
              <a:rPr lang="en-GB" smtClean="0"/>
              <a:t>27/10/2026</a:t>
            </a:fld>
            <a:endParaRPr lang="en-GB"/>
          </a:p>
        </p:txBody>
      </p:sp>
      <p:sp>
        <p:nvSpPr>
          <p:cNvPr id="1048796" name="Footer Placeholder 5"/>
          <p:cNvSpPr>
            <a:spLocks noGrp="1"/>
          </p:cNvSpPr>
          <p:nvPr>
            <p:ph type="ftr" sz="quarter" idx="11"/>
          </p:nvPr>
        </p:nvSpPr>
        <p:spPr/>
        <p:txBody>
          <a:bodyPr/>
          <a:p>
            <a:endParaRPr lang="en-GB"/>
          </a:p>
        </p:txBody>
      </p:sp>
      <p:sp>
        <p:nvSpPr>
          <p:cNvPr id="1048797" name="Slide Number Placeholder 6"/>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99" name=""/>
        <p:cNvGrpSpPr/>
        <p:nvPr/>
      </p:nvGrpSpPr>
      <p:grpSpPr>
        <a:xfrm>
          <a:off x="0" y="0"/>
          <a:ext cx="0" cy="0"/>
          <a:chOff x="0" y="0"/>
          <a:chExt cx="0" cy="0"/>
        </a:xfrm>
      </p:grpSpPr>
      <p:sp>
        <p:nvSpPr>
          <p:cNvPr id="104876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1048763"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GB"/>
          </a:p>
        </p:txBody>
      </p:sp>
      <p:sp>
        <p:nvSpPr>
          <p:cNvPr id="1048764"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765" name="Date Placeholder 4"/>
          <p:cNvSpPr>
            <a:spLocks noGrp="1"/>
          </p:cNvSpPr>
          <p:nvPr>
            <p:ph type="dt" sz="half" idx="10"/>
          </p:nvPr>
        </p:nvSpPr>
        <p:spPr/>
        <p:txBody>
          <a:bodyPr/>
          <a:p>
            <a:fld id="{157BF913-7F72-49EC-BBCD-129DFDA80B09}" type="datetimeFigureOut">
              <a:rPr lang="en-GB" smtClean="0"/>
              <a:t>27/10/2026</a:t>
            </a:fld>
            <a:endParaRPr lang="en-GB"/>
          </a:p>
        </p:txBody>
      </p:sp>
      <p:sp>
        <p:nvSpPr>
          <p:cNvPr id="1048766" name="Footer Placeholder 5"/>
          <p:cNvSpPr>
            <a:spLocks noGrp="1"/>
          </p:cNvSpPr>
          <p:nvPr>
            <p:ph type="ftr" sz="quarter" idx="11"/>
          </p:nvPr>
        </p:nvSpPr>
        <p:spPr/>
        <p:txBody>
          <a:bodyPr/>
          <a:p>
            <a:endParaRPr lang="en-GB"/>
          </a:p>
        </p:txBody>
      </p:sp>
      <p:sp>
        <p:nvSpPr>
          <p:cNvPr id="1048767" name="Slide Number Placeholder 6"/>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100" name=""/>
        <p:cNvGrpSpPr/>
        <p:nvPr/>
      </p:nvGrpSpPr>
      <p:grpSpPr>
        <a:xfrm>
          <a:off x="0" y="0"/>
          <a:ext cx="0" cy="0"/>
          <a:chOff x="0" y="0"/>
          <a:chExt cx="0" cy="0"/>
        </a:xfrm>
      </p:grpSpPr>
      <p:sp>
        <p:nvSpPr>
          <p:cNvPr id="1048768" name="Title 1"/>
          <p:cNvSpPr>
            <a:spLocks noGrp="1"/>
          </p:cNvSpPr>
          <p:nvPr>
            <p:ph type="title"/>
          </p:nvPr>
        </p:nvSpPr>
        <p:spPr/>
        <p:txBody>
          <a:bodyPr/>
          <a:p>
            <a:r>
              <a:rPr lang="en-US"/>
              <a:t>Click to edit Master title style</a:t>
            </a:r>
            <a:endParaRPr lang="en-GB"/>
          </a:p>
        </p:txBody>
      </p:sp>
      <p:sp>
        <p:nvSpPr>
          <p:cNvPr id="1048769"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70" name="Date Placeholder 3"/>
          <p:cNvSpPr>
            <a:spLocks noGrp="1"/>
          </p:cNvSpPr>
          <p:nvPr>
            <p:ph type="dt" sz="half" idx="10"/>
          </p:nvPr>
        </p:nvSpPr>
        <p:spPr/>
        <p:txBody>
          <a:bodyPr/>
          <a:p>
            <a:fld id="{157BF913-7F72-49EC-BBCD-129DFDA80B09}" type="datetimeFigureOut">
              <a:rPr lang="en-GB" smtClean="0"/>
              <a:t>27/10/2026</a:t>
            </a:fld>
            <a:endParaRPr lang="en-GB"/>
          </a:p>
        </p:txBody>
      </p:sp>
      <p:sp>
        <p:nvSpPr>
          <p:cNvPr id="1048771" name="Footer Placeholder 4"/>
          <p:cNvSpPr>
            <a:spLocks noGrp="1"/>
          </p:cNvSpPr>
          <p:nvPr>
            <p:ph type="ftr" sz="quarter" idx="11"/>
          </p:nvPr>
        </p:nvSpPr>
        <p:spPr/>
        <p:txBody>
          <a:bodyPr/>
          <a:p>
            <a:endParaRPr lang="en-GB"/>
          </a:p>
        </p:txBody>
      </p:sp>
      <p:sp>
        <p:nvSpPr>
          <p:cNvPr id="1048772" name="Slide Number Placeholder 5"/>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97" name=""/>
        <p:cNvGrpSpPr/>
        <p:nvPr/>
      </p:nvGrpSpPr>
      <p:grpSpPr>
        <a:xfrm>
          <a:off x="0" y="0"/>
          <a:ext cx="0" cy="0"/>
          <a:chOff x="0" y="0"/>
          <a:chExt cx="0" cy="0"/>
        </a:xfrm>
      </p:grpSpPr>
      <p:sp>
        <p:nvSpPr>
          <p:cNvPr id="1048752" name="Vertical Title 1"/>
          <p:cNvSpPr>
            <a:spLocks noGrp="1"/>
          </p:cNvSpPr>
          <p:nvPr>
            <p:ph type="title" orient="vert"/>
          </p:nvPr>
        </p:nvSpPr>
        <p:spPr>
          <a:xfrm>
            <a:off x="8724900" y="365125"/>
            <a:ext cx="2628900" cy="5811838"/>
          </a:xfrm>
        </p:spPr>
        <p:txBody>
          <a:bodyPr vert="eaVert"/>
          <a:p>
            <a:r>
              <a:rPr lang="en-US"/>
              <a:t>Click to edit Master title style</a:t>
            </a:r>
            <a:endParaRPr lang="en-GB"/>
          </a:p>
        </p:txBody>
      </p:sp>
      <p:sp>
        <p:nvSpPr>
          <p:cNvPr id="1048753"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54" name="Date Placeholder 3"/>
          <p:cNvSpPr>
            <a:spLocks noGrp="1"/>
          </p:cNvSpPr>
          <p:nvPr>
            <p:ph type="dt" sz="half" idx="10"/>
          </p:nvPr>
        </p:nvSpPr>
        <p:spPr/>
        <p:txBody>
          <a:bodyPr/>
          <a:p>
            <a:fld id="{157BF913-7F72-49EC-BBCD-129DFDA80B09}" type="datetimeFigureOut">
              <a:rPr lang="en-GB" smtClean="0"/>
              <a:t>27/10/2026</a:t>
            </a:fld>
            <a:endParaRPr lang="en-GB"/>
          </a:p>
        </p:txBody>
      </p:sp>
      <p:sp>
        <p:nvSpPr>
          <p:cNvPr id="1048755" name="Footer Placeholder 4"/>
          <p:cNvSpPr>
            <a:spLocks noGrp="1"/>
          </p:cNvSpPr>
          <p:nvPr>
            <p:ph type="ftr" sz="quarter" idx="11"/>
          </p:nvPr>
        </p:nvSpPr>
        <p:spPr/>
        <p:txBody>
          <a:bodyPr/>
          <a:p>
            <a:endParaRPr lang="en-GB"/>
          </a:p>
        </p:txBody>
      </p:sp>
      <p:sp>
        <p:nvSpPr>
          <p:cNvPr id="1048756" name="Slide Number Placeholder 5"/>
          <p:cNvSpPr>
            <a:spLocks noGrp="1"/>
          </p:cNvSpPr>
          <p:nvPr>
            <p:ph type="sldNum" sz="quarter" idx="12"/>
          </p:nvPr>
        </p:nvSpPr>
        <p:spPr/>
        <p:txBody>
          <a:bodyPr/>
          <a:p>
            <a:fld id="{847E9517-1F58-42C5-912D-EEB0D98AE189}"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22"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endParaRPr lang="en-GB"/>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82000"/>
                  </a:schemeClr>
                </a:solidFill>
              </a:defRPr>
            </a:lvl1pPr>
          </a:lstStyle>
          <a:p>
            <a:fld id="{157BF913-7F72-49EC-BBCD-129DFDA80B09}" type="datetimeFigureOut">
              <a:rPr lang="en-GB" smtClean="0"/>
              <a:t>27/10/2026</a:t>
            </a:fld>
            <a:endParaRPr lang="en-GB"/>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82000"/>
                  </a:schemeClr>
                </a:solidFill>
              </a:defRPr>
            </a:lvl1pPr>
          </a:lstStyle>
          <a:p>
            <a:endParaRPr lang="en-GB"/>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82000"/>
                  </a:schemeClr>
                </a:solidFill>
              </a:defRPr>
            </a:lvl1pPr>
          </a:lstStyle>
          <a:p>
            <a:fld id="{847E9517-1F58-42C5-912D-EEB0D98AE189}" type="slidenum">
              <a:rPr lang="en-GB" smtClean="0"/>
              <a:t>‹#›</a:t>
            </a:fld>
            <a:endParaRPr lang="en-GB"/>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slideLayout" Target="../slideLayouts/slideLayout7.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7.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slideLayout" Target="../slideLayouts/slideLayout7.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8" name=""/>
        <p:cNvGrpSpPr/>
        <p:nvPr/>
      </p:nvGrpSpPr>
      <p:grpSpPr>
        <a:xfrm>
          <a:off x="0" y="0"/>
          <a:ext cx="0" cy="0"/>
          <a:chOff x="0" y="0"/>
          <a:chExt cx="0" cy="0"/>
        </a:xfrm>
      </p:grpSpPr>
      <p:pic>
        <p:nvPicPr>
          <p:cNvPr id="2097158" name="Picture 4"/>
          <p:cNvPicPr>
            <a:picLocks noChangeAspect="1"/>
          </p:cNvPicPr>
          <p:nvPr/>
        </p:nvPicPr>
        <p:blipFill>
          <a:blip xmlns:r="http://schemas.openxmlformats.org/officeDocument/2006/relationships" r:embed="rId1"/>
          <a:stretch>
            <a:fillRect/>
          </a:stretch>
        </p:blipFill>
        <p:spPr>
          <a:xfrm>
            <a:off x="-12731" y="0"/>
            <a:ext cx="12217464" cy="6857999"/>
          </a:xfrm>
          <a:prstGeom prst="rect"/>
        </p:spPr>
      </p:pic>
      <p:pic>
        <p:nvPicPr>
          <p:cNvPr id="2097159" name="Picture 2"/>
          <p:cNvPicPr>
            <a:picLocks noChangeAspect="1"/>
          </p:cNvPicPr>
          <p:nvPr/>
        </p:nvPicPr>
        <p:blipFill>
          <a:blip xmlns:r="http://schemas.openxmlformats.org/officeDocument/2006/relationships" r:embed="rId2"/>
          <a:stretch>
            <a:fillRect/>
          </a:stretch>
        </p:blipFill>
        <p:spPr>
          <a:xfrm>
            <a:off x="1606360" y="4669144"/>
            <a:ext cx="10243303" cy="1301350"/>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51" name=""/>
        <p:cNvGrpSpPr/>
        <p:nvPr/>
      </p:nvGrpSpPr>
      <p:grpSpPr>
        <a:xfrm>
          <a:off x="0" y="0"/>
          <a:ext cx="0" cy="0"/>
          <a:chOff x="0" y="0"/>
          <a:chExt cx="0" cy="0"/>
        </a:xfrm>
      </p:grpSpPr>
      <p:sp useBgFill="1">
        <p:nvSpPr>
          <p:cNvPr id="1048623"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624" name="Flowchart: Summing Junction 3"/>
          <p:cNvSpPr/>
          <p:nvPr/>
        </p:nvSpPr>
        <p:spPr>
          <a:xfrm rot="5400000">
            <a:off x="-5308092" y="-1051560"/>
            <a:ext cx="8823960" cy="8961120"/>
          </a:xfrm>
          <a:prstGeom prst="flowChartSummingJunction"/>
          <a:solidFill>
            <a:schemeClr val="accent1">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25" name="Flowchart: Connector 10"/>
          <p:cNvSpPr/>
          <p:nvPr/>
        </p:nvSpPr>
        <p:spPr>
          <a:xfrm rot="16200000">
            <a:off x="-2799207" y="1531618"/>
            <a:ext cx="3806190" cy="3794760"/>
          </a:xfrm>
          <a:prstGeom prst="flowChartConnector"/>
          <a:solidFill>
            <a:schemeClr val="tx2">
              <a:lumMod val="50000"/>
              <a:lumOff val="50000"/>
            </a:schemeClr>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pic>
        <p:nvPicPr>
          <p:cNvPr id="2097160" name="Picture 6"/>
          <p:cNvPicPr>
            <a:picLocks noChangeAspect="1"/>
          </p:cNvPicPr>
          <p:nvPr/>
        </p:nvPicPr>
        <p:blipFill>
          <a:blip xmlns:r="http://schemas.openxmlformats.org/officeDocument/2006/relationships" r:embed="rId1"/>
          <a:stretch>
            <a:fillRect/>
          </a:stretch>
        </p:blipFill>
        <p:spPr>
          <a:xfrm>
            <a:off x="8348705" y="0"/>
            <a:ext cx="3756075" cy="850307"/>
          </a:xfrm>
          <a:prstGeom prst="rect"/>
        </p:spPr>
      </p:pic>
      <p:sp>
        <p:nvSpPr>
          <p:cNvPr id="1048626" name="TextBox 8"/>
          <p:cNvSpPr txBox="1"/>
          <p:nvPr/>
        </p:nvSpPr>
        <p:spPr>
          <a:xfrm>
            <a:off x="4390543" y="1295069"/>
            <a:ext cx="5641145" cy="461665"/>
          </a:xfrm>
          <a:prstGeom prst="rect"/>
          <a:noFill/>
        </p:spPr>
        <p:txBody>
          <a:bodyPr rtlCol="0" wrap="square">
            <a:spAutoFit/>
          </a:bodyPr>
          <a:p>
            <a:pPr algn="ctr"/>
            <a:r>
              <a:rPr b="1" dirty="0" sz="2400" lang="en">
                <a:solidFill>
                  <a:schemeClr val="dk1"/>
                </a:solidFill>
                <a:latin typeface="Times New Roman"/>
                <a:ea typeface="Times New Roman"/>
                <a:cs typeface="Times New Roman"/>
                <a:sym typeface="Times New Roman"/>
              </a:rPr>
              <a:t>Project Overview </a:t>
            </a:r>
            <a:endParaRPr dirty="0" sz="2400" lang="en-GB"/>
          </a:p>
        </p:txBody>
      </p:sp>
      <p:sp>
        <p:nvSpPr>
          <p:cNvPr id="1048627" name="TextBox 9"/>
          <p:cNvSpPr txBox="1"/>
          <p:nvPr/>
        </p:nvSpPr>
        <p:spPr>
          <a:xfrm>
            <a:off x="4210929" y="1885132"/>
            <a:ext cx="7701593" cy="4358640"/>
          </a:xfrm>
          <a:prstGeom prst="rect"/>
          <a:noFill/>
        </p:spPr>
        <p:txBody>
          <a:bodyPr rtlCol="0" wrap="square">
            <a:spAutoFit/>
          </a:bodyPr>
          <a:p>
            <a:pPr lvl="0">
              <a:spcBef>
                <a:spcPts val="1400"/>
              </a:spcBef>
            </a:pPr>
            <a:r>
              <a:rPr b="1" dirty="0" sz="2000" lang="en-US">
                <a:solidFill>
                  <a:srgbClr val="000000"/>
                </a:solidFill>
                <a:latin typeface="Times New Roman"/>
                <a:ea typeface="Times New Roman"/>
                <a:cs typeface="Times New Roman"/>
                <a:sym typeface="Times New Roman"/>
              </a:rPr>
              <a:t>80 kg Autonomous Precision Agricultural Spraying UAV</a:t>
            </a:r>
          </a:p>
          <a:p>
            <a:pPr>
              <a:spcBef>
                <a:spcPts val="1200"/>
              </a:spcBef>
            </a:pPr>
            <a:r>
              <a:rPr dirty="0" lang="en-US">
                <a:solidFill>
                  <a:srgbClr val="FF0000"/>
                </a:solidFill>
                <a:latin typeface="Times New Roman"/>
                <a:ea typeface="Times New Roman"/>
                <a:cs typeface="Times New Roman"/>
                <a:sym typeface="Times New Roman"/>
              </a:rPr>
              <a:t>This project presents the conceptual design of a heavy-lift quadcopter developed for autonomous crop spraying over large agricultural fields</a:t>
            </a:r>
            <a:r>
              <a:rPr dirty="0" lang="en-US">
                <a:solidFill>
                  <a:srgbClr val="000000"/>
                </a:solidFill>
                <a:latin typeface="Times New Roman"/>
                <a:ea typeface="Times New Roman"/>
                <a:cs typeface="Times New Roman"/>
                <a:sym typeface="Times New Roman"/>
              </a:rPr>
              <a:t>. The aircraft combines high payload capacity with precise navigation, controlled spray delivery, and automated mission execution.</a:t>
            </a:r>
          </a:p>
          <a:p>
            <a:pPr>
              <a:spcBef>
                <a:spcPts val="1200"/>
              </a:spcBef>
            </a:pPr>
            <a:r>
              <a:rPr b="1" dirty="0" lang="en-US">
                <a:solidFill>
                  <a:srgbClr val="FF0000"/>
                </a:solidFill>
                <a:latin typeface="Times New Roman"/>
                <a:ea typeface="Times New Roman"/>
                <a:cs typeface="Times New Roman"/>
                <a:sym typeface="Times New Roman"/>
              </a:rPr>
              <a:t>Main Goals</a:t>
            </a:r>
          </a:p>
          <a:p>
            <a:pPr indent="-336550" marL="457200">
              <a:spcBef>
                <a:spcPts val="1200"/>
              </a:spcBef>
              <a:buClr>
                <a:srgbClr val="000000"/>
              </a:buClr>
              <a:buSzPts val="1700"/>
              <a:buFont typeface="Times New Roman"/>
              <a:buChar char="●"/>
            </a:pPr>
            <a:r>
              <a:rPr dirty="0" lang="en-US">
                <a:solidFill>
                  <a:srgbClr val="000000"/>
                </a:solidFill>
                <a:latin typeface="Times New Roman"/>
                <a:ea typeface="Times New Roman"/>
                <a:cs typeface="Times New Roman"/>
                <a:sym typeface="Times New Roman"/>
              </a:rPr>
              <a:t>Improve spray consistency and field coverage</a:t>
            </a:r>
          </a:p>
          <a:p>
            <a:pPr indent="-336550" marL="457200">
              <a:buClr>
                <a:srgbClr val="000000"/>
              </a:buClr>
              <a:buSzPts val="1700"/>
              <a:buFont typeface="Times New Roman"/>
              <a:buChar char="●"/>
            </a:pPr>
            <a:r>
              <a:rPr dirty="0" lang="en-US">
                <a:solidFill>
                  <a:srgbClr val="000000"/>
                </a:solidFill>
                <a:latin typeface="Times New Roman"/>
                <a:ea typeface="Times New Roman"/>
                <a:cs typeface="Times New Roman"/>
                <a:sym typeface="Times New Roman"/>
              </a:rPr>
              <a:t>Reduce operator workload and chemical exposure</a:t>
            </a:r>
          </a:p>
          <a:p>
            <a:pPr indent="-336550" marL="457200">
              <a:buClr>
                <a:srgbClr val="000000"/>
              </a:buClr>
              <a:buSzPts val="1700"/>
              <a:buFont typeface="Times New Roman"/>
              <a:buChar char="●"/>
            </a:pPr>
            <a:r>
              <a:rPr dirty="0" lang="en-US">
                <a:solidFill>
                  <a:srgbClr val="000000"/>
                </a:solidFill>
                <a:latin typeface="Times New Roman"/>
                <a:ea typeface="Times New Roman"/>
                <a:cs typeface="Times New Roman"/>
                <a:sym typeface="Times New Roman"/>
              </a:rPr>
              <a:t>Support repeatable autonomous spraying missions</a:t>
            </a:r>
          </a:p>
          <a:p>
            <a:pPr indent="-336550" marL="457200">
              <a:buClr>
                <a:srgbClr val="000000"/>
              </a:buClr>
              <a:buSzPts val="1700"/>
              <a:buFont typeface="Times New Roman"/>
              <a:buChar char="●"/>
            </a:pPr>
            <a:r>
              <a:rPr dirty="0" lang="en-US">
                <a:solidFill>
                  <a:srgbClr val="000000"/>
                </a:solidFill>
                <a:latin typeface="Times New Roman"/>
                <a:ea typeface="Times New Roman"/>
                <a:cs typeface="Times New Roman"/>
                <a:sym typeface="Times New Roman"/>
              </a:rPr>
              <a:t>Integrate flight, navigation, power, and spraying into one system</a:t>
            </a:r>
          </a:p>
          <a:p>
            <a:pPr>
              <a:spcBef>
                <a:spcPts val="1200"/>
              </a:spcBef>
            </a:pPr>
            <a:r>
              <a:rPr b="1" dirty="0" lang="en-US">
                <a:solidFill>
                  <a:srgbClr val="FF0000"/>
                </a:solidFill>
                <a:latin typeface="Times New Roman"/>
                <a:ea typeface="Times New Roman"/>
                <a:cs typeface="Times New Roman"/>
                <a:sym typeface="Times New Roman"/>
              </a:rPr>
              <a:t>Design Focus</a:t>
            </a:r>
            <a:r>
              <a:rPr b="1" dirty="0" lang="en-US">
                <a:solidFill>
                  <a:srgbClr val="000000"/>
                </a:solidFill>
                <a:latin typeface="Times New Roman"/>
                <a:ea typeface="Times New Roman"/>
                <a:cs typeface="Times New Roman"/>
                <a:sym typeface="Times New Roman"/>
              </a:rPr>
              <a:t>:</a:t>
            </a:r>
            <a:r>
              <a:rPr dirty="0" lang="en-US">
                <a:solidFill>
                  <a:srgbClr val="000000"/>
                </a:solidFill>
                <a:latin typeface="Times New Roman"/>
                <a:ea typeface="Times New Roman"/>
                <a:cs typeface="Times New Roman"/>
                <a:sym typeface="Times New Roman"/>
              </a:rPr>
              <a:t> </a:t>
            </a:r>
          </a:p>
          <a:p>
            <a:pPr>
              <a:spcBef>
                <a:spcPts val="1200"/>
              </a:spcBef>
            </a:pPr>
            <a:r>
              <a:rPr dirty="0" lang="en-US">
                <a:solidFill>
                  <a:srgbClr val="000000"/>
                </a:solidFill>
                <a:latin typeface="Times New Roman"/>
                <a:ea typeface="Times New Roman"/>
                <a:cs typeface="Times New Roman"/>
                <a:sym typeface="Times New Roman"/>
              </a:rPr>
              <a:t>               Precision • Efficiency • Safety • Autonomy</a:t>
            </a:r>
          </a:p>
          <a:p>
            <a:endParaRPr dirty="0" lang="en-GB"/>
          </a:p>
        </p:txBody>
      </p:sp>
      <p:pic>
        <p:nvPicPr>
          <p:cNvPr id="2097161" name="Picture 13"/>
          <p:cNvPicPr>
            <a:picLocks noChangeAspect="1"/>
          </p:cNvPicPr>
          <p:nvPr/>
        </p:nvPicPr>
        <p:blipFill>
          <a:blip xmlns:r="http://schemas.openxmlformats.org/officeDocument/2006/relationships" r:embed="rId2"/>
          <a:stretch>
            <a:fillRect/>
          </a:stretch>
        </p:blipFill>
        <p:spPr>
          <a:xfrm>
            <a:off x="3303794" y="176881"/>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54" name=""/>
        <p:cNvGrpSpPr/>
        <p:nvPr/>
      </p:nvGrpSpPr>
      <p:grpSpPr>
        <a:xfrm>
          <a:off x="0" y="0"/>
          <a:ext cx="0" cy="0"/>
          <a:chOff x="0" y="0"/>
          <a:chExt cx="0" cy="0"/>
        </a:xfrm>
      </p:grpSpPr>
      <p:sp useBgFill="1">
        <p:nvSpPr>
          <p:cNvPr id="1048631"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632" name="Flowchart: Summing Junction 3"/>
          <p:cNvSpPr/>
          <p:nvPr/>
        </p:nvSpPr>
        <p:spPr>
          <a:xfrm rot="5400000">
            <a:off x="-5308092" y="-1051560"/>
            <a:ext cx="8823960" cy="8961120"/>
          </a:xfrm>
          <a:prstGeom prst="flowChartSummingJunction"/>
          <a:solidFill>
            <a:schemeClr val="accent1">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33" name="Flowchart: Connector 10"/>
          <p:cNvSpPr/>
          <p:nvPr/>
        </p:nvSpPr>
        <p:spPr>
          <a:xfrm rot="16200000">
            <a:off x="-2659761" y="1765005"/>
            <a:ext cx="3806190" cy="3794760"/>
          </a:xfrm>
          <a:prstGeom prst="flowChartConnector"/>
          <a:solidFill>
            <a:schemeClr val="tx2">
              <a:lumMod val="50000"/>
              <a:lumOff val="50000"/>
            </a:schemeClr>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pic>
        <p:nvPicPr>
          <p:cNvPr id="2097162" name="Picture 5"/>
          <p:cNvPicPr>
            <a:picLocks noChangeAspect="1"/>
          </p:cNvPicPr>
          <p:nvPr/>
        </p:nvPicPr>
        <p:blipFill>
          <a:blip xmlns:r="http://schemas.openxmlformats.org/officeDocument/2006/relationships" r:embed="rId1"/>
          <a:stretch>
            <a:fillRect/>
          </a:stretch>
        </p:blipFill>
        <p:spPr>
          <a:xfrm>
            <a:off x="3207433" y="1"/>
            <a:ext cx="3756075" cy="850307"/>
          </a:xfrm>
          <a:prstGeom prst="rect"/>
        </p:spPr>
      </p:pic>
      <p:sp>
        <p:nvSpPr>
          <p:cNvPr id="1048634" name="TextBox 6"/>
          <p:cNvSpPr txBox="1"/>
          <p:nvPr/>
        </p:nvSpPr>
        <p:spPr>
          <a:xfrm>
            <a:off x="4248443" y="939479"/>
            <a:ext cx="6217920" cy="461665"/>
          </a:xfrm>
          <a:prstGeom prst="rect"/>
          <a:noFill/>
        </p:spPr>
        <p:txBody>
          <a:bodyPr rtlCol="0" wrap="square">
            <a:spAutoFit/>
          </a:bodyPr>
          <a:p>
            <a:pPr algn="ctr"/>
            <a:r>
              <a:rPr b="1" dirty="0" sz="2400" lang="en">
                <a:solidFill>
                  <a:schemeClr val="dk1"/>
                </a:solidFill>
                <a:latin typeface="Times New Roman"/>
                <a:ea typeface="Times New Roman"/>
                <a:cs typeface="Times New Roman"/>
                <a:sym typeface="Times New Roman"/>
              </a:rPr>
              <a:t>Mission &amp; Design Objectives </a:t>
            </a:r>
            <a:endParaRPr dirty="0" sz="2400" lang="en-GB"/>
          </a:p>
        </p:txBody>
      </p:sp>
      <p:sp>
        <p:nvSpPr>
          <p:cNvPr id="1048635" name="TextBox 8"/>
          <p:cNvSpPr txBox="1"/>
          <p:nvPr/>
        </p:nvSpPr>
        <p:spPr>
          <a:xfrm>
            <a:off x="3753261" y="1525903"/>
            <a:ext cx="8607552" cy="4422140"/>
          </a:xfrm>
          <a:prstGeom prst="rect"/>
          <a:noFill/>
        </p:spPr>
        <p:txBody>
          <a:bodyPr rtlCol="0" wrap="square">
            <a:spAutoFit/>
          </a:bodyPr>
          <a:p>
            <a:pPr lvl="0">
              <a:spcBef>
                <a:spcPts val="1400"/>
              </a:spcBef>
            </a:pPr>
            <a:r>
              <a:rPr b="1" dirty="0" sz="2000" lang="en-US">
                <a:solidFill>
                  <a:srgbClr val="000000"/>
                </a:solidFill>
                <a:latin typeface="Times New Roman"/>
                <a:ea typeface="Times New Roman"/>
                <a:cs typeface="Times New Roman"/>
                <a:sym typeface="Times New Roman"/>
              </a:rPr>
              <a:t>Mission</a:t>
            </a:r>
          </a:p>
          <a:p>
            <a:pPr lvl="1">
              <a:spcBef>
                <a:spcPts val="1200"/>
              </a:spcBef>
            </a:pPr>
            <a:r>
              <a:rPr dirty="0" lang="en-US">
                <a:solidFill>
                  <a:srgbClr val="000000"/>
                </a:solidFill>
                <a:latin typeface="Times New Roman"/>
                <a:ea typeface="Times New Roman"/>
                <a:cs typeface="Times New Roman"/>
                <a:sym typeface="Times New Roman"/>
              </a:rPr>
              <a:t>The UAV is designed to carry a liquid spray payload while following a planned route across agricultural fields. During the mission, it must maintain stable flight, accurate positioning, and controlled spray output while the operator supervises the system.</a:t>
            </a:r>
          </a:p>
          <a:p>
            <a:pPr lvl="1">
              <a:spcBef>
                <a:spcPts val="1200"/>
              </a:spcBef>
            </a:pPr>
            <a:r>
              <a:rPr b="1" dirty="0" lang="en-US">
                <a:solidFill>
                  <a:srgbClr val="FF0000"/>
                </a:solidFill>
                <a:latin typeface="Times New Roman"/>
                <a:ea typeface="Times New Roman"/>
                <a:cs typeface="Times New Roman"/>
                <a:sym typeface="Times New Roman"/>
              </a:rPr>
              <a:t>Main Objectives</a:t>
            </a:r>
          </a:p>
          <a:p>
            <a:pPr indent="-323469" lvl="1" marL="914400">
              <a:spcBef>
                <a:spcPts val="1200"/>
              </a:spcBef>
              <a:buClr>
                <a:srgbClr val="000000"/>
              </a:buClr>
              <a:buSzPct val="100000"/>
              <a:buFont typeface="Arial"/>
              <a:buChar char="●"/>
            </a:pPr>
            <a:r>
              <a:rPr b="1" dirty="0" lang="en-US">
                <a:solidFill>
                  <a:srgbClr val="000000"/>
                </a:solidFill>
                <a:latin typeface="Times New Roman"/>
                <a:ea typeface="Times New Roman"/>
                <a:cs typeface="Times New Roman"/>
                <a:sym typeface="Times New Roman"/>
              </a:rPr>
              <a:t>Precision</a:t>
            </a:r>
            <a:r>
              <a:rPr dirty="0" lang="en-US">
                <a:solidFill>
                  <a:srgbClr val="000000"/>
                </a:solidFill>
                <a:latin typeface="Times New Roman"/>
                <a:ea typeface="Times New Roman"/>
                <a:cs typeface="Times New Roman"/>
                <a:sym typeface="Times New Roman"/>
              </a:rPr>
              <a:t> — Follow planned paths and maintain consistent coverage</a:t>
            </a:r>
          </a:p>
          <a:p>
            <a:pPr indent="-323469" lvl="1" marL="914400">
              <a:buClr>
                <a:srgbClr val="000000"/>
              </a:buClr>
              <a:buSzPct val="100000"/>
              <a:buFont typeface="Arial"/>
              <a:buChar char="●"/>
            </a:pPr>
            <a:r>
              <a:rPr b="1" dirty="0" lang="en-US">
                <a:solidFill>
                  <a:srgbClr val="000000"/>
                </a:solidFill>
                <a:latin typeface="Times New Roman"/>
                <a:ea typeface="Times New Roman"/>
                <a:cs typeface="Times New Roman"/>
                <a:sym typeface="Times New Roman"/>
              </a:rPr>
              <a:t>Efficiency</a:t>
            </a:r>
            <a:r>
              <a:rPr dirty="0" lang="en-US">
                <a:solidFill>
                  <a:srgbClr val="000000"/>
                </a:solidFill>
                <a:latin typeface="Times New Roman"/>
                <a:ea typeface="Times New Roman"/>
                <a:cs typeface="Times New Roman"/>
                <a:sym typeface="Times New Roman"/>
              </a:rPr>
              <a:t> — Reduce unnecessary overlap, time, and spray use</a:t>
            </a:r>
          </a:p>
          <a:p>
            <a:pPr indent="-323469" lvl="1" marL="914400">
              <a:buClr>
                <a:srgbClr val="000000"/>
              </a:buClr>
              <a:buSzPct val="100000"/>
              <a:buFont typeface="Arial"/>
              <a:buChar char="●"/>
            </a:pPr>
            <a:r>
              <a:rPr b="1" dirty="0" lang="en-US">
                <a:solidFill>
                  <a:srgbClr val="000000"/>
                </a:solidFill>
                <a:latin typeface="Times New Roman"/>
                <a:ea typeface="Times New Roman"/>
                <a:cs typeface="Times New Roman"/>
                <a:sym typeface="Times New Roman"/>
              </a:rPr>
              <a:t>Stability</a:t>
            </a:r>
            <a:r>
              <a:rPr dirty="0" lang="en-US">
                <a:solidFill>
                  <a:srgbClr val="000000"/>
                </a:solidFill>
                <a:latin typeface="Times New Roman"/>
                <a:ea typeface="Times New Roman"/>
                <a:cs typeface="Times New Roman"/>
                <a:sym typeface="Times New Roman"/>
              </a:rPr>
              <a:t> — Maintain controlled flight under high payload conditions</a:t>
            </a:r>
          </a:p>
          <a:p>
            <a:pPr indent="-323469" lvl="1" marL="914400">
              <a:buClr>
                <a:srgbClr val="000000"/>
              </a:buClr>
              <a:buSzPct val="100000"/>
              <a:buFont typeface="Arial"/>
              <a:buChar char="●"/>
            </a:pPr>
            <a:r>
              <a:rPr b="1" dirty="0" lang="en-US">
                <a:solidFill>
                  <a:srgbClr val="000000"/>
                </a:solidFill>
                <a:latin typeface="Times New Roman"/>
                <a:ea typeface="Times New Roman"/>
                <a:cs typeface="Times New Roman"/>
                <a:sym typeface="Times New Roman"/>
              </a:rPr>
              <a:t>Safety</a:t>
            </a:r>
            <a:r>
              <a:rPr dirty="0" lang="en-US">
                <a:solidFill>
                  <a:srgbClr val="000000"/>
                </a:solidFill>
                <a:latin typeface="Times New Roman"/>
                <a:ea typeface="Times New Roman"/>
                <a:cs typeface="Times New Roman"/>
                <a:sym typeface="Times New Roman"/>
              </a:rPr>
              <a:t> — Monitor aircraft status and respond to system faults</a:t>
            </a:r>
          </a:p>
          <a:p>
            <a:pPr lvl="1">
              <a:spcBef>
                <a:spcPts val="1400"/>
              </a:spcBef>
            </a:pPr>
            <a:r>
              <a:rPr b="1" dirty="0" sz="2000" lang="en-US">
                <a:solidFill>
                  <a:srgbClr val="FF0000"/>
                </a:solidFill>
                <a:latin typeface="Times New Roman"/>
                <a:ea typeface="Times New Roman"/>
                <a:cs typeface="Times New Roman"/>
                <a:sym typeface="Times New Roman"/>
              </a:rPr>
              <a:t>Mission Flow</a:t>
            </a:r>
            <a:r>
              <a:rPr b="1" dirty="0" sz="2000" lang="en-US">
                <a:solidFill>
                  <a:srgbClr val="000000"/>
                </a:solidFill>
                <a:latin typeface="Times New Roman"/>
                <a:ea typeface="Times New Roman"/>
                <a:cs typeface="Times New Roman"/>
                <a:sym typeface="Times New Roman"/>
              </a:rPr>
              <a:t>;</a:t>
            </a:r>
          </a:p>
          <a:p>
            <a:pPr indent="-285750" lvl="2" marL="1200150">
              <a:spcBef>
                <a:spcPts val="1200"/>
              </a:spcBef>
              <a:buFont typeface="Wingdings" panose="05000000000000000000" pitchFamily="2" charset="2"/>
              <a:buChar char="§"/>
            </a:pPr>
            <a:r>
              <a:rPr dirty="0" lang="en-US">
                <a:solidFill>
                  <a:srgbClr val="000000"/>
                </a:solidFill>
                <a:latin typeface="Times New Roman"/>
                <a:ea typeface="Times New Roman"/>
                <a:cs typeface="Times New Roman"/>
                <a:sym typeface="Times New Roman"/>
              </a:rPr>
              <a:t>Plan Mission → Take Off → Navigate → Spray → Return → Land</a:t>
            </a:r>
          </a:p>
          <a:p>
            <a:endParaRPr dirty="0" lang="en-GB"/>
          </a:p>
        </p:txBody>
      </p:sp>
      <p:pic>
        <p:nvPicPr>
          <p:cNvPr id="2097163" name="Picture 12"/>
          <p:cNvPicPr>
            <a:picLocks noChangeAspect="1"/>
          </p:cNvPicPr>
          <p:nvPr/>
        </p:nvPicPr>
        <p:blipFill>
          <a:blip xmlns:r="http://schemas.openxmlformats.org/officeDocument/2006/relationships" r:embed="rId2"/>
          <a:stretch>
            <a:fillRect/>
          </a:stretch>
        </p:blipFill>
        <p:spPr>
          <a:xfrm>
            <a:off x="11151189" y="6226191"/>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57" name=""/>
        <p:cNvGrpSpPr/>
        <p:nvPr/>
      </p:nvGrpSpPr>
      <p:grpSpPr>
        <a:xfrm>
          <a:off x="0" y="0"/>
          <a:ext cx="0" cy="0"/>
          <a:chOff x="0" y="0"/>
          <a:chExt cx="0" cy="0"/>
        </a:xfrm>
      </p:grpSpPr>
      <p:sp useBgFill="1">
        <p:nvSpPr>
          <p:cNvPr id="1048639"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640" name="Flowchart: Summing Junction 3"/>
          <p:cNvSpPr/>
          <p:nvPr/>
        </p:nvSpPr>
        <p:spPr>
          <a:xfrm rot="16200000">
            <a:off x="-5331538" y="-1033780"/>
            <a:ext cx="8823960" cy="8925560"/>
          </a:xfrm>
          <a:prstGeom prst="flowChartSummingJunction"/>
          <a:solidFill>
            <a:schemeClr val="tx2">
              <a:lumMod val="50000"/>
              <a:lumOff val="5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41" name="Flowchart: Connector 10"/>
          <p:cNvSpPr/>
          <p:nvPr/>
        </p:nvSpPr>
        <p:spPr>
          <a:xfrm rot="5400000">
            <a:off x="-2610040" y="1531619"/>
            <a:ext cx="3806190" cy="3794760"/>
          </a:xfrm>
          <a:prstGeom prst="flowChartConnector"/>
          <a:solidFill>
            <a:srgbClr val="00B05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642" name="TextBox 2"/>
          <p:cNvSpPr txBox="1"/>
          <p:nvPr/>
        </p:nvSpPr>
        <p:spPr>
          <a:xfrm>
            <a:off x="43721" y="2536164"/>
            <a:ext cx="1335024" cy="1805940"/>
          </a:xfrm>
          <a:prstGeom prst="rect"/>
          <a:noFill/>
        </p:spPr>
        <p:txBody>
          <a:bodyPr rtlCol="0" wrap="square">
            <a:spAutoFit/>
          </a:bodyPr>
          <a:p>
            <a:pPr indent="-285750" marL="285750">
              <a:buFont typeface="Wingdings" panose="05000000000000000000" pitchFamily="2" charset="2"/>
              <a:buChar char="Ø"/>
            </a:pPr>
            <a:endParaRPr dirty="0" sz="11500" lang="en-GB">
              <a:solidFill>
                <a:schemeClr val="accent6">
                  <a:lumMod val="40000"/>
                  <a:lumOff val="60000"/>
                </a:schemeClr>
              </a:solidFill>
            </a:endParaRPr>
          </a:p>
        </p:txBody>
      </p:sp>
      <p:sp>
        <p:nvSpPr>
          <p:cNvPr id="1048643" name="TextBox 11"/>
          <p:cNvSpPr txBox="1"/>
          <p:nvPr/>
        </p:nvSpPr>
        <p:spPr>
          <a:xfrm>
            <a:off x="3426411" y="901345"/>
            <a:ext cx="7779434" cy="461665"/>
          </a:xfrm>
          <a:prstGeom prst="rect"/>
          <a:noFill/>
        </p:spPr>
        <p:txBody>
          <a:bodyPr rtlCol="0" wrap="square">
            <a:spAutoFit/>
          </a:bodyPr>
          <a:p>
            <a:pPr algn="ctr"/>
            <a:r>
              <a:rPr b="1" dirty="0" sz="2400" lang="en">
                <a:solidFill>
                  <a:schemeClr val="dk1"/>
                </a:solidFill>
                <a:latin typeface="Times New Roman"/>
                <a:ea typeface="Times New Roman"/>
                <a:cs typeface="Times New Roman"/>
                <a:sym typeface="Times New Roman"/>
              </a:rPr>
              <a:t>Design Requirements</a:t>
            </a:r>
            <a:r>
              <a:rPr dirty="0" sz="2400" lang="en">
                <a:solidFill>
                  <a:schemeClr val="dk1"/>
                </a:solidFill>
                <a:latin typeface="Times New Roman"/>
                <a:ea typeface="Times New Roman"/>
                <a:cs typeface="Times New Roman"/>
                <a:sym typeface="Times New Roman"/>
              </a:rPr>
              <a:t> </a:t>
            </a:r>
            <a:endParaRPr dirty="0" sz="2400" lang="en-GB"/>
          </a:p>
        </p:txBody>
      </p:sp>
      <p:pic>
        <p:nvPicPr>
          <p:cNvPr id="2097164" name="Picture 13"/>
          <p:cNvPicPr>
            <a:picLocks noChangeAspect="1"/>
          </p:cNvPicPr>
          <p:nvPr/>
        </p:nvPicPr>
        <p:blipFill>
          <a:blip xmlns:r="http://schemas.openxmlformats.org/officeDocument/2006/relationships" r:embed="rId1"/>
          <a:stretch>
            <a:fillRect/>
          </a:stretch>
        </p:blipFill>
        <p:spPr>
          <a:xfrm>
            <a:off x="8348705" y="0"/>
            <a:ext cx="3756075" cy="850307"/>
          </a:xfrm>
          <a:prstGeom prst="rect"/>
        </p:spPr>
      </p:pic>
      <p:sp>
        <p:nvSpPr>
          <p:cNvPr id="1048644" name="TextBox 14"/>
          <p:cNvSpPr txBox="1"/>
          <p:nvPr/>
        </p:nvSpPr>
        <p:spPr>
          <a:xfrm>
            <a:off x="4046384" y="2896970"/>
            <a:ext cx="7744265" cy="1320166"/>
          </a:xfrm>
          <a:prstGeom prst="rect"/>
          <a:noFill/>
        </p:spPr>
        <p:txBody>
          <a:bodyPr rtlCol="0" wrap="square">
            <a:spAutoFit/>
          </a:bodyPr>
          <a:p>
            <a:pPr lvl="0">
              <a:lnSpc>
                <a:spcPct val="115000"/>
              </a:lnSpc>
              <a:spcBef>
                <a:spcPts val="1400"/>
              </a:spcBef>
            </a:pPr>
            <a:r>
              <a:rPr b="1" dirty="0" sz="2000" lang="en-US">
                <a:solidFill>
                  <a:srgbClr val="FF0000"/>
                </a:solidFill>
                <a:latin typeface="Times New Roman"/>
                <a:ea typeface="Times New Roman"/>
                <a:cs typeface="Times New Roman"/>
                <a:sym typeface="Times New Roman"/>
              </a:rPr>
              <a:t>Design Chain</a:t>
            </a:r>
          </a:p>
          <a:p>
            <a:pPr lvl="0">
              <a:lnSpc>
                <a:spcPct val="115000"/>
              </a:lnSpc>
              <a:spcBef>
                <a:spcPts val="1200"/>
              </a:spcBef>
              <a:spcAft>
                <a:spcPts val="1200"/>
              </a:spcAft>
            </a:pPr>
            <a:r>
              <a:rPr dirty="0" lang="en-US">
                <a:latin typeface="Times New Roman"/>
                <a:ea typeface="Times New Roman"/>
                <a:cs typeface="Times New Roman"/>
                <a:sym typeface="Times New Roman"/>
              </a:rPr>
              <a:t>Mission → Mass → Propulsion → Power→ Control → Spraying</a:t>
            </a:r>
          </a:p>
          <a:p>
            <a:endParaRPr dirty="0" lang="en-GB"/>
          </a:p>
        </p:txBody>
      </p:sp>
      <p:pic>
        <p:nvPicPr>
          <p:cNvPr id="2097165" name="Picture 17"/>
          <p:cNvPicPr>
            <a:picLocks noChangeAspect="1"/>
          </p:cNvPicPr>
          <p:nvPr/>
        </p:nvPicPr>
        <p:blipFill>
          <a:blip xmlns:r="http://schemas.openxmlformats.org/officeDocument/2006/relationships" r:embed="rId2"/>
          <a:stretch>
            <a:fillRect/>
          </a:stretch>
        </p:blipFill>
        <p:spPr>
          <a:xfrm>
            <a:off x="5853021" y="3821220"/>
            <a:ext cx="3353268" cy="3010320"/>
          </a:xfrm>
          <a:prstGeom prst="rect"/>
        </p:spPr>
      </p:pic>
      <p:sp>
        <p:nvSpPr>
          <p:cNvPr id="1048645" name="TextBox 18"/>
          <p:cNvSpPr txBox="1"/>
          <p:nvPr/>
        </p:nvSpPr>
        <p:spPr>
          <a:xfrm>
            <a:off x="4046384" y="1388354"/>
            <a:ext cx="7473462" cy="2087880"/>
          </a:xfrm>
          <a:prstGeom prst="rect"/>
          <a:noFill/>
        </p:spPr>
        <p:txBody>
          <a:bodyPr rtlCol="0" wrap="square">
            <a:spAutoFit/>
          </a:bodyPr>
          <a:p>
            <a:pPr lvl="0">
              <a:lnSpc>
                <a:spcPct val="115000"/>
              </a:lnSpc>
              <a:spcBef>
                <a:spcPts val="1400"/>
              </a:spcBef>
            </a:pPr>
            <a:r>
              <a:rPr b="1" dirty="0" sz="2000" lang="en-US">
                <a:latin typeface="Times New Roman"/>
                <a:ea typeface="Times New Roman"/>
                <a:cs typeface="Times New Roman"/>
                <a:sym typeface="Times New Roman"/>
              </a:rPr>
              <a:t>Key Design Parameters</a:t>
            </a:r>
          </a:p>
          <a:p>
            <a:pPr lvl="0">
              <a:lnSpc>
                <a:spcPct val="115000"/>
              </a:lnSpc>
              <a:spcBef>
                <a:spcPts val="1200"/>
              </a:spcBef>
            </a:pPr>
            <a:r>
              <a:rPr dirty="0" lang="en-US">
                <a:latin typeface="Times New Roman"/>
                <a:ea typeface="Times New Roman"/>
                <a:cs typeface="Times New Roman"/>
                <a:sym typeface="Times New Roman"/>
              </a:rPr>
              <a:t>The aircraft requirements were derived from the intended agricultural mission and used as the basis for the engineering design. These values drive the sizing of the airframe, propulsion, power, avionics, and spraying systems.</a:t>
            </a:r>
          </a:p>
          <a:p>
            <a:endParaRPr dirty="0" lang="en-GB"/>
          </a:p>
        </p:txBody>
      </p:sp>
      <p:pic>
        <p:nvPicPr>
          <p:cNvPr id="2097166" name="Picture 20"/>
          <p:cNvPicPr>
            <a:picLocks noChangeAspect="1"/>
          </p:cNvPicPr>
          <p:nvPr/>
        </p:nvPicPr>
        <p:blipFill>
          <a:blip xmlns:r="http://schemas.openxmlformats.org/officeDocument/2006/relationships" r:embed="rId3"/>
          <a:stretch>
            <a:fillRect/>
          </a:stretch>
        </p:blipFill>
        <p:spPr>
          <a:xfrm>
            <a:off x="3182846" y="6361456"/>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60" name=""/>
        <p:cNvGrpSpPr/>
        <p:nvPr/>
      </p:nvGrpSpPr>
      <p:grpSpPr>
        <a:xfrm>
          <a:off x="0" y="0"/>
          <a:ext cx="0" cy="0"/>
          <a:chOff x="0" y="0"/>
          <a:chExt cx="0" cy="0"/>
        </a:xfrm>
      </p:grpSpPr>
      <p:sp>
        <p:nvSpPr>
          <p:cNvPr id="1048649" name="Flowchart: Summing Junction 3"/>
          <p:cNvSpPr/>
          <p:nvPr/>
        </p:nvSpPr>
        <p:spPr>
          <a:xfrm>
            <a:off x="-5239512" y="-1051563"/>
            <a:ext cx="8823960" cy="8961120"/>
          </a:xfrm>
          <a:prstGeom prst="flowChartSummingJunction"/>
          <a:solidFill>
            <a:schemeClr val="accent6"/>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50" name="Flowchart: Connector 10"/>
          <p:cNvSpPr/>
          <p:nvPr/>
        </p:nvSpPr>
        <p:spPr>
          <a:xfrm rot="10800000">
            <a:off x="-2610040" y="1531619"/>
            <a:ext cx="3806190" cy="3794760"/>
          </a:xfrm>
          <a:prstGeom prst="flowChartConnector"/>
          <a:solidFill>
            <a:srgbClr val="00206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651" name="TextBox 1"/>
          <p:cNvSpPr txBox="1"/>
          <p:nvPr/>
        </p:nvSpPr>
        <p:spPr>
          <a:xfrm>
            <a:off x="3207433" y="960131"/>
            <a:ext cx="8423031" cy="461665"/>
          </a:xfrm>
          <a:prstGeom prst="rect"/>
          <a:noFill/>
        </p:spPr>
        <p:txBody>
          <a:bodyPr rtlCol="0" wrap="square">
            <a:spAutoFit/>
          </a:bodyPr>
          <a:p>
            <a:pPr algn="ctr"/>
            <a:r>
              <a:rPr b="1" dirty="0" sz="2400" lang="en">
                <a:solidFill>
                  <a:schemeClr val="dk1"/>
                </a:solidFill>
                <a:latin typeface="Times New Roman"/>
                <a:ea typeface="Times New Roman"/>
                <a:cs typeface="Times New Roman"/>
                <a:sym typeface="Times New Roman"/>
              </a:rPr>
              <a:t>Overall UAV Concept</a:t>
            </a:r>
            <a:r>
              <a:rPr dirty="0" sz="2400" lang="en">
                <a:solidFill>
                  <a:schemeClr val="dk1"/>
                </a:solidFill>
              </a:rPr>
              <a:t> </a:t>
            </a:r>
            <a:endParaRPr b="1" dirty="0" sz="2400" lang="en-GB"/>
          </a:p>
        </p:txBody>
      </p:sp>
      <p:sp>
        <p:nvSpPr>
          <p:cNvPr id="1048652" name="TextBox 2"/>
          <p:cNvSpPr txBox="1"/>
          <p:nvPr/>
        </p:nvSpPr>
        <p:spPr>
          <a:xfrm>
            <a:off x="3825623" y="1531619"/>
            <a:ext cx="8376537" cy="5082541"/>
          </a:xfrm>
          <a:prstGeom prst="rect"/>
          <a:noFill/>
        </p:spPr>
        <p:txBody>
          <a:bodyPr rtlCol="0" wrap="square">
            <a:spAutoFit/>
          </a:bodyPr>
          <a:p>
            <a:pPr lvl="0">
              <a:spcBef>
                <a:spcPts val="1400"/>
              </a:spcBef>
            </a:pPr>
            <a:r>
              <a:rPr b="1" dirty="0" sz="2000" lang="en-US">
                <a:solidFill>
                  <a:srgbClr val="000000"/>
                </a:solidFill>
                <a:latin typeface="Times New Roman"/>
                <a:ea typeface="Times New Roman"/>
                <a:cs typeface="Times New Roman"/>
                <a:sym typeface="Times New Roman"/>
              </a:rPr>
              <a:t>Quad-X Configuration</a:t>
            </a:r>
          </a:p>
          <a:p>
            <a:pPr lvl="0">
              <a:spcBef>
                <a:spcPts val="1200"/>
              </a:spcBef>
            </a:pPr>
            <a:r>
              <a:rPr dirty="0" lang="en-US">
                <a:solidFill>
                  <a:srgbClr val="FF0000"/>
                </a:solidFill>
                <a:latin typeface="Times New Roman"/>
                <a:ea typeface="Times New Roman"/>
                <a:cs typeface="Times New Roman"/>
                <a:sym typeface="Times New Roman"/>
              </a:rPr>
              <a:t>The selected X-frame layout places four propulsion units symmetrically around a central body</a:t>
            </a:r>
            <a:r>
              <a:rPr dirty="0" lang="en-US">
                <a:solidFill>
                  <a:srgbClr val="000000"/>
                </a:solidFill>
                <a:latin typeface="Times New Roman"/>
                <a:ea typeface="Times New Roman"/>
                <a:cs typeface="Times New Roman"/>
                <a:sym typeface="Times New Roman"/>
              </a:rPr>
              <a:t>. </a:t>
            </a:r>
            <a:r>
              <a:rPr dirty="0" lang="en-US">
                <a:solidFill>
                  <a:schemeClr val="accent1"/>
                </a:solidFill>
                <a:latin typeface="Times New Roman"/>
                <a:ea typeface="Times New Roman"/>
                <a:cs typeface="Times New Roman"/>
                <a:sym typeface="Times New Roman"/>
              </a:rPr>
              <a:t>The payload, batteries, and major electronics are arranged around the center of gravity to support stable flight and balanced mass distribution.</a:t>
            </a:r>
          </a:p>
          <a:p>
            <a:pPr lvl="0">
              <a:spcBef>
                <a:spcPts val="1400"/>
              </a:spcBef>
            </a:pPr>
            <a:r>
              <a:rPr b="1" dirty="0" sz="2000" lang="en-US">
                <a:solidFill>
                  <a:srgbClr val="FF0000"/>
                </a:solidFill>
                <a:latin typeface="Times New Roman"/>
                <a:ea typeface="Times New Roman"/>
                <a:cs typeface="Times New Roman"/>
                <a:sym typeface="Times New Roman"/>
              </a:rPr>
              <a:t>Main Elements</a:t>
            </a:r>
          </a:p>
          <a:p>
            <a:pPr indent="-311665" lvl="0" marL="457200">
              <a:spcBef>
                <a:spcPts val="1200"/>
              </a:spcBef>
              <a:buClr>
                <a:srgbClr val="000000"/>
              </a:buClr>
              <a:buSzPts val="1308"/>
              <a:buFont typeface="Times New Roman"/>
              <a:buChar char="●"/>
            </a:pPr>
            <a:r>
              <a:rPr dirty="0" lang="en-US">
                <a:solidFill>
                  <a:srgbClr val="000000"/>
                </a:solidFill>
                <a:latin typeface="Times New Roman"/>
                <a:ea typeface="Times New Roman"/>
                <a:cs typeface="Times New Roman"/>
                <a:sym typeface="Times New Roman"/>
              </a:rPr>
              <a:t>Structural frame</a:t>
            </a:r>
          </a:p>
          <a:p>
            <a:pPr indent="-311665" lvl="0" marL="457200">
              <a:buClr>
                <a:srgbClr val="000000"/>
              </a:buClr>
              <a:buSzPts val="1308"/>
              <a:buFont typeface="Times New Roman"/>
              <a:buChar char="●"/>
            </a:pPr>
            <a:r>
              <a:rPr dirty="0" lang="en-US">
                <a:solidFill>
                  <a:srgbClr val="000000"/>
                </a:solidFill>
                <a:latin typeface="Times New Roman"/>
                <a:ea typeface="Times New Roman"/>
                <a:cs typeface="Times New Roman"/>
                <a:sym typeface="Times New Roman"/>
              </a:rPr>
              <a:t>Four propulsion units</a:t>
            </a:r>
          </a:p>
          <a:p>
            <a:pPr indent="-311665" lvl="0" marL="457200">
              <a:buClr>
                <a:srgbClr val="000000"/>
              </a:buClr>
              <a:buSzPts val="1308"/>
              <a:buFont typeface="Times New Roman"/>
              <a:buChar char="●"/>
            </a:pPr>
            <a:r>
              <a:rPr dirty="0" lang="en-US">
                <a:solidFill>
                  <a:srgbClr val="000000"/>
                </a:solidFill>
                <a:latin typeface="Times New Roman"/>
                <a:ea typeface="Times New Roman"/>
                <a:cs typeface="Times New Roman"/>
                <a:sym typeface="Times New Roman"/>
              </a:rPr>
              <a:t>Central spray tank</a:t>
            </a:r>
          </a:p>
          <a:p>
            <a:pPr indent="-311665" lvl="0" marL="457200">
              <a:buClr>
                <a:srgbClr val="000000"/>
              </a:buClr>
              <a:buSzPts val="1308"/>
              <a:buFont typeface="Times New Roman"/>
              <a:buChar char="●"/>
            </a:pPr>
            <a:r>
              <a:rPr dirty="0" lang="en-US">
                <a:solidFill>
                  <a:srgbClr val="000000"/>
                </a:solidFill>
                <a:latin typeface="Times New Roman"/>
                <a:ea typeface="Times New Roman"/>
                <a:cs typeface="Times New Roman"/>
                <a:sym typeface="Times New Roman"/>
              </a:rPr>
              <a:t>Battery and power system</a:t>
            </a:r>
          </a:p>
          <a:p>
            <a:pPr indent="-311665" lvl="0" marL="457200">
              <a:buClr>
                <a:srgbClr val="000000"/>
              </a:buClr>
              <a:buSzPts val="1308"/>
              <a:buFont typeface="Times New Roman"/>
              <a:buChar char="●"/>
            </a:pPr>
            <a:r>
              <a:rPr dirty="0" lang="en-US">
                <a:solidFill>
                  <a:srgbClr val="000000"/>
                </a:solidFill>
                <a:latin typeface="Times New Roman"/>
                <a:ea typeface="Times New Roman"/>
                <a:cs typeface="Times New Roman"/>
                <a:sym typeface="Times New Roman"/>
              </a:rPr>
              <a:t>Flight-control electronics</a:t>
            </a:r>
          </a:p>
          <a:p>
            <a:pPr indent="-311665" lvl="0" marL="457200">
              <a:buClr>
                <a:srgbClr val="000000"/>
              </a:buClr>
              <a:buSzPts val="1308"/>
              <a:buFont typeface="Times New Roman"/>
              <a:buChar char="●"/>
            </a:pPr>
            <a:r>
              <a:rPr dirty="0" lang="en-US">
                <a:solidFill>
                  <a:srgbClr val="000000"/>
                </a:solidFill>
                <a:latin typeface="Times New Roman"/>
                <a:ea typeface="Times New Roman"/>
                <a:cs typeface="Times New Roman"/>
                <a:sym typeface="Times New Roman"/>
              </a:rPr>
              <a:t>Navigation sensors</a:t>
            </a:r>
          </a:p>
          <a:p>
            <a:pPr indent="-311665" lvl="0" marL="457200">
              <a:buClr>
                <a:srgbClr val="000000"/>
              </a:buClr>
              <a:buSzPts val="1308"/>
              <a:buFont typeface="Times New Roman"/>
              <a:buChar char="●"/>
            </a:pPr>
            <a:r>
              <a:rPr dirty="0" lang="en-US">
                <a:solidFill>
                  <a:srgbClr val="000000"/>
                </a:solidFill>
                <a:latin typeface="Times New Roman"/>
                <a:ea typeface="Times New Roman"/>
                <a:cs typeface="Times New Roman"/>
                <a:sym typeface="Times New Roman"/>
              </a:rPr>
              <a:t>Spray boom and nozzles</a:t>
            </a:r>
          </a:p>
          <a:p>
            <a:pPr lvl="0">
              <a:spcBef>
                <a:spcPts val="1400"/>
              </a:spcBef>
            </a:pPr>
            <a:r>
              <a:rPr b="1" dirty="0" sz="2000" lang="en-US">
                <a:solidFill>
                  <a:srgbClr val="FF0000"/>
                </a:solidFill>
                <a:latin typeface="Times New Roman"/>
                <a:ea typeface="Times New Roman"/>
                <a:cs typeface="Times New Roman"/>
                <a:sym typeface="Times New Roman"/>
              </a:rPr>
              <a:t>System Concept</a:t>
            </a:r>
          </a:p>
          <a:p>
            <a:pPr lvl="0">
              <a:spcBef>
                <a:spcPts val="1200"/>
              </a:spcBef>
            </a:pPr>
            <a:r>
              <a:rPr b="1" dirty="0" lang="en-US">
                <a:solidFill>
                  <a:srgbClr val="000000"/>
                </a:solidFill>
                <a:latin typeface="Times New Roman"/>
                <a:ea typeface="Times New Roman"/>
                <a:cs typeface="Times New Roman"/>
                <a:sym typeface="Times New Roman"/>
              </a:rPr>
              <a:t>Navigation → Flight Controller → Propulsion Tank → Pump → Boom → Nozzles</a:t>
            </a:r>
          </a:p>
          <a:p>
            <a:pPr lvl="0">
              <a:spcBef>
                <a:spcPts val="1200"/>
              </a:spcBef>
              <a:spcAft>
                <a:spcPts val="1200"/>
              </a:spcAft>
            </a:pPr>
            <a:endParaRPr dirty="0" sz="1200" lang="en-US">
              <a:solidFill>
                <a:srgbClr val="1F1F1F"/>
              </a:solidFill>
              <a:highlight>
                <a:srgbClr val="E9EEF6"/>
              </a:highlight>
              <a:latin typeface="Roboto"/>
              <a:ea typeface="Roboto"/>
              <a:cs typeface="Roboto"/>
              <a:sym typeface="Roboto"/>
            </a:endParaRPr>
          </a:p>
        </p:txBody>
      </p:sp>
      <p:pic>
        <p:nvPicPr>
          <p:cNvPr id="2097167" name="Picture 5"/>
          <p:cNvPicPr>
            <a:picLocks noChangeAspect="1"/>
          </p:cNvPicPr>
          <p:nvPr/>
        </p:nvPicPr>
        <p:blipFill>
          <a:blip xmlns:r="http://schemas.openxmlformats.org/officeDocument/2006/relationships" r:embed="rId1"/>
          <a:stretch>
            <a:fillRect/>
          </a:stretch>
        </p:blipFill>
        <p:spPr>
          <a:xfrm>
            <a:off x="3207433" y="1"/>
            <a:ext cx="3756075" cy="850307"/>
          </a:xfrm>
          <a:prstGeom prst="rect"/>
        </p:spPr>
      </p:pic>
      <p:pic>
        <p:nvPicPr>
          <p:cNvPr id="2097168" name="Picture 9"/>
          <p:cNvPicPr>
            <a:picLocks noChangeAspect="1"/>
          </p:cNvPicPr>
          <p:nvPr/>
        </p:nvPicPr>
        <p:blipFill>
          <a:blip xmlns:r="http://schemas.openxmlformats.org/officeDocument/2006/relationships" r:embed="rId2"/>
          <a:stretch>
            <a:fillRect/>
          </a:stretch>
        </p:blipFill>
        <p:spPr>
          <a:xfrm>
            <a:off x="11180815" y="176882"/>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63" name=""/>
        <p:cNvGrpSpPr/>
        <p:nvPr/>
      </p:nvGrpSpPr>
      <p:grpSpPr>
        <a:xfrm>
          <a:off x="0" y="0"/>
          <a:ext cx="0" cy="0"/>
          <a:chOff x="0" y="0"/>
          <a:chExt cx="0" cy="0"/>
        </a:xfrm>
      </p:grpSpPr>
      <p:sp useBgFill="1">
        <p:nvSpPr>
          <p:cNvPr id="1048656"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657" name="Flowchart: Summing Junction 3"/>
          <p:cNvSpPr/>
          <p:nvPr/>
        </p:nvSpPr>
        <p:spPr>
          <a:xfrm rot="16200000">
            <a:off x="-5331538" y="-1033780"/>
            <a:ext cx="8823960" cy="8925560"/>
          </a:xfrm>
          <a:prstGeom prst="flowChartSummingJunction"/>
          <a:solidFill>
            <a:schemeClr val="tx2">
              <a:lumMod val="50000"/>
              <a:lumOff val="5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58" name="Flowchart: Connector 10"/>
          <p:cNvSpPr/>
          <p:nvPr/>
        </p:nvSpPr>
        <p:spPr>
          <a:xfrm rot="5400000">
            <a:off x="-2610040" y="1531619"/>
            <a:ext cx="3806190" cy="3794760"/>
          </a:xfrm>
          <a:prstGeom prst="flowChartConnector"/>
          <a:solidFill>
            <a:srgbClr val="00B05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659" name="TextBox 2"/>
          <p:cNvSpPr txBox="1"/>
          <p:nvPr/>
        </p:nvSpPr>
        <p:spPr>
          <a:xfrm>
            <a:off x="43721" y="2536164"/>
            <a:ext cx="1335024" cy="1805940"/>
          </a:xfrm>
          <a:prstGeom prst="rect"/>
          <a:noFill/>
        </p:spPr>
        <p:txBody>
          <a:bodyPr rtlCol="0" wrap="square">
            <a:spAutoFit/>
          </a:bodyPr>
          <a:p>
            <a:pPr indent="-285750" marL="285750">
              <a:buFont typeface="Wingdings" panose="05000000000000000000" pitchFamily="2" charset="2"/>
              <a:buChar char="Ø"/>
            </a:pPr>
            <a:endParaRPr dirty="0" sz="11500" lang="en-GB">
              <a:solidFill>
                <a:schemeClr val="accent6">
                  <a:lumMod val="40000"/>
                  <a:lumOff val="60000"/>
                </a:schemeClr>
              </a:solidFill>
            </a:endParaRPr>
          </a:p>
        </p:txBody>
      </p:sp>
      <p:sp>
        <p:nvSpPr>
          <p:cNvPr id="1048660" name="TextBox 6"/>
          <p:cNvSpPr txBox="1"/>
          <p:nvPr/>
        </p:nvSpPr>
        <p:spPr>
          <a:xfrm>
            <a:off x="3228027" y="1064239"/>
            <a:ext cx="8646473" cy="461665"/>
          </a:xfrm>
          <a:prstGeom prst="rect"/>
          <a:noFill/>
        </p:spPr>
        <p:txBody>
          <a:bodyPr rtlCol="0" wrap="square">
            <a:spAutoFit/>
          </a:bodyPr>
          <a:p>
            <a:pPr algn="ctr"/>
            <a:r>
              <a:rPr b="1" dirty="0" sz="2400" lang="en">
                <a:solidFill>
                  <a:srgbClr val="000000"/>
                </a:solidFill>
                <a:latin typeface="Times New Roman"/>
                <a:ea typeface="Times New Roman"/>
                <a:cs typeface="Times New Roman"/>
                <a:sym typeface="Times New Roman"/>
              </a:rPr>
              <a:t>Propulsion System</a:t>
            </a:r>
            <a:endParaRPr dirty="0" sz="3200" lang="en-GB"/>
          </a:p>
        </p:txBody>
      </p:sp>
      <p:sp>
        <p:nvSpPr>
          <p:cNvPr id="1048661" name="TextBox 1"/>
          <p:cNvSpPr txBox="1"/>
          <p:nvPr/>
        </p:nvSpPr>
        <p:spPr>
          <a:xfrm>
            <a:off x="3968449" y="1718528"/>
            <a:ext cx="8223551" cy="5768341"/>
          </a:xfrm>
          <a:prstGeom prst="rect"/>
          <a:noFill/>
        </p:spPr>
        <p:txBody>
          <a:bodyPr rtlCol="0" wrap="square">
            <a:spAutoFit/>
          </a:bodyPr>
          <a:p>
            <a:pPr lvl="0">
              <a:spcBef>
                <a:spcPts val="1400"/>
              </a:spcBef>
            </a:pPr>
            <a:r>
              <a:rPr b="1" dirty="0" sz="2000" lang="en-US">
                <a:solidFill>
                  <a:srgbClr val="000000"/>
                </a:solidFill>
                <a:latin typeface="Times New Roman"/>
                <a:ea typeface="Times New Roman"/>
                <a:cs typeface="Times New Roman"/>
                <a:sym typeface="Times New Roman"/>
              </a:rPr>
              <a:t>Heavy-Lift Propulsion</a:t>
            </a:r>
          </a:p>
          <a:p>
            <a:pPr lvl="0">
              <a:spcBef>
                <a:spcPts val="1200"/>
              </a:spcBef>
            </a:pPr>
            <a:r>
              <a:rPr dirty="0" lang="en-US">
                <a:solidFill>
                  <a:srgbClr val="000000"/>
                </a:solidFill>
                <a:latin typeface="Times New Roman"/>
                <a:ea typeface="Times New Roman"/>
                <a:cs typeface="Times New Roman"/>
                <a:sym typeface="Times New Roman"/>
              </a:rPr>
              <a:t>At an MTOW of approximately </a:t>
            </a:r>
            <a:r>
              <a:rPr b="1" dirty="0" lang="en-US">
                <a:solidFill>
                  <a:srgbClr val="000000"/>
                </a:solidFill>
                <a:latin typeface="Times New Roman"/>
                <a:ea typeface="Times New Roman"/>
                <a:cs typeface="Times New Roman"/>
                <a:sym typeface="Times New Roman"/>
              </a:rPr>
              <a:t>80 kg</a:t>
            </a:r>
            <a:r>
              <a:rPr dirty="0" lang="en-US">
                <a:solidFill>
                  <a:srgbClr val="000000"/>
                </a:solidFill>
                <a:latin typeface="Times New Roman"/>
                <a:ea typeface="Times New Roman"/>
                <a:cs typeface="Times New Roman"/>
                <a:sym typeface="Times New Roman"/>
              </a:rPr>
              <a:t>, the propulsion system must generate sufficient total thrust while retaining a practical thrust margin. The propulsion sizing was therefore based on rotor thrust, propeller operating conditions, motor power, and hover requirements.</a:t>
            </a:r>
          </a:p>
          <a:p>
            <a:pPr lvl="0">
              <a:spcBef>
                <a:spcPts val="1400"/>
              </a:spcBef>
            </a:pPr>
            <a:r>
              <a:rPr b="1" dirty="0" sz="2000" lang="en-US">
                <a:solidFill>
                  <a:srgbClr val="000000"/>
                </a:solidFill>
                <a:latin typeface="Times New Roman"/>
                <a:ea typeface="Times New Roman"/>
                <a:cs typeface="Times New Roman"/>
                <a:sym typeface="Times New Roman"/>
              </a:rPr>
              <a:t>Design Specifications</a:t>
            </a:r>
          </a:p>
          <a:p>
            <a:pPr indent="-304800" lvl="0" marL="457200">
              <a:spcBef>
                <a:spcPts val="1200"/>
              </a:spcBef>
              <a:buClr>
                <a:srgbClr val="000000"/>
              </a:buClr>
              <a:buSzPts val="1200"/>
              <a:buFont typeface="Arial"/>
              <a:buChar char="●"/>
            </a:pPr>
            <a:r>
              <a:rPr b="1" dirty="0" lang="en-US">
                <a:solidFill>
                  <a:srgbClr val="000000"/>
                </a:solidFill>
                <a:latin typeface="Times New Roman"/>
                <a:ea typeface="Times New Roman"/>
                <a:cs typeface="Times New Roman"/>
                <a:sym typeface="Times New Roman"/>
              </a:rPr>
              <a:t>Configuration:</a:t>
            </a:r>
            <a:r>
              <a:rPr dirty="0" lang="en-US">
                <a:solidFill>
                  <a:srgbClr val="000000"/>
                </a:solidFill>
                <a:latin typeface="Times New Roman"/>
                <a:ea typeface="Times New Roman"/>
                <a:cs typeface="Times New Roman"/>
                <a:sym typeface="Times New Roman"/>
              </a:rPr>
              <a:t> 4 rotors</a:t>
            </a:r>
          </a:p>
          <a:p>
            <a:pPr indent="-304800" lvl="0" marL="457200">
              <a:buClr>
                <a:srgbClr val="000000"/>
              </a:buClr>
              <a:buSzPts val="1200"/>
              <a:buFont typeface="Arial"/>
              <a:buChar char="●"/>
            </a:pPr>
            <a:r>
              <a:rPr b="1" dirty="0" lang="en-US">
                <a:solidFill>
                  <a:srgbClr val="000000"/>
                </a:solidFill>
                <a:latin typeface="Times New Roman"/>
                <a:ea typeface="Times New Roman"/>
                <a:cs typeface="Times New Roman"/>
                <a:sym typeface="Times New Roman"/>
              </a:rPr>
              <a:t>Operating condition:</a:t>
            </a:r>
            <a:r>
              <a:rPr dirty="0" lang="en-US">
                <a:solidFill>
                  <a:srgbClr val="000000"/>
                </a:solidFill>
                <a:latin typeface="Times New Roman"/>
                <a:ea typeface="Times New Roman"/>
                <a:cs typeface="Times New Roman"/>
                <a:sym typeface="Times New Roman"/>
              </a:rPr>
              <a:t> Hover + forward flight</a:t>
            </a:r>
          </a:p>
          <a:p>
            <a:pPr indent="-304800" lvl="0" marL="457200">
              <a:buClr>
                <a:srgbClr val="000000"/>
              </a:buClr>
              <a:buSzPts val="1200"/>
              <a:buFont typeface="Arial"/>
              <a:buChar char="●"/>
            </a:pPr>
            <a:r>
              <a:rPr b="1" dirty="0" lang="en-US">
                <a:solidFill>
                  <a:srgbClr val="000000"/>
                </a:solidFill>
                <a:latin typeface="Times New Roman"/>
                <a:ea typeface="Times New Roman"/>
                <a:cs typeface="Times New Roman"/>
                <a:sym typeface="Times New Roman"/>
              </a:rPr>
              <a:t>Design point:</a:t>
            </a:r>
            <a:r>
              <a:rPr dirty="0" lang="en-US">
                <a:solidFill>
                  <a:srgbClr val="000000"/>
                </a:solidFill>
                <a:latin typeface="Times New Roman"/>
                <a:ea typeface="Times New Roman"/>
                <a:cs typeface="Times New Roman"/>
                <a:sym typeface="Times New Roman"/>
              </a:rPr>
              <a:t> Full aircraft mass</a:t>
            </a:r>
          </a:p>
          <a:p>
            <a:pPr indent="-304800" lvl="0" marL="457200">
              <a:buClr>
                <a:srgbClr val="000000"/>
              </a:buClr>
              <a:buSzPts val="1200"/>
              <a:buFont typeface="Arial"/>
              <a:buChar char="●"/>
            </a:pPr>
            <a:r>
              <a:rPr b="1" dirty="0" lang="en-US">
                <a:solidFill>
                  <a:srgbClr val="000000"/>
                </a:solidFill>
                <a:latin typeface="Times New Roman"/>
                <a:ea typeface="Times New Roman"/>
                <a:cs typeface="Times New Roman"/>
                <a:sym typeface="Times New Roman"/>
              </a:rPr>
              <a:t>Sizing basis:</a:t>
            </a:r>
            <a:r>
              <a:rPr dirty="0" lang="en-US">
                <a:solidFill>
                  <a:srgbClr val="000000"/>
                </a:solidFill>
                <a:latin typeface="Times New Roman"/>
                <a:ea typeface="Times New Roman"/>
                <a:cs typeface="Times New Roman"/>
                <a:sym typeface="Times New Roman"/>
              </a:rPr>
              <a:t> Required thrust + safety margin</a:t>
            </a:r>
          </a:p>
          <a:p>
            <a:pPr indent="-304800" lvl="0" marL="457200">
              <a:buClr>
                <a:srgbClr val="000000"/>
              </a:buClr>
              <a:buSzPts val="1200"/>
              <a:buFont typeface="Arial"/>
              <a:buChar char="●"/>
            </a:pPr>
            <a:r>
              <a:rPr b="1" dirty="0" lang="en-US">
                <a:solidFill>
                  <a:srgbClr val="000000"/>
                </a:solidFill>
                <a:latin typeface="Times New Roman"/>
                <a:ea typeface="Times New Roman"/>
                <a:cs typeface="Times New Roman"/>
                <a:sym typeface="Times New Roman"/>
              </a:rPr>
              <a:t>Propeller selection:</a:t>
            </a:r>
            <a:r>
              <a:rPr dirty="0" lang="en-US">
                <a:solidFill>
                  <a:srgbClr val="000000"/>
                </a:solidFill>
                <a:latin typeface="Times New Roman"/>
                <a:ea typeface="Times New Roman"/>
                <a:cs typeface="Times New Roman"/>
                <a:sym typeface="Times New Roman"/>
              </a:rPr>
              <a:t> Based on the calculated operating point</a:t>
            </a:r>
          </a:p>
          <a:p>
            <a:pPr indent="-304800" lvl="0" marL="457200">
              <a:buClr>
                <a:srgbClr val="000000"/>
              </a:buClr>
              <a:buSzPts val="1200"/>
              <a:buFont typeface="Arial"/>
              <a:buChar char="●"/>
            </a:pPr>
            <a:r>
              <a:rPr b="1" dirty="0" lang="en-US">
                <a:solidFill>
                  <a:srgbClr val="000000"/>
                </a:solidFill>
                <a:latin typeface="Times New Roman"/>
                <a:ea typeface="Times New Roman"/>
                <a:cs typeface="Times New Roman"/>
                <a:sym typeface="Times New Roman"/>
              </a:rPr>
              <a:t>Motor selection:</a:t>
            </a:r>
            <a:r>
              <a:rPr dirty="0" lang="en-US">
                <a:solidFill>
                  <a:srgbClr val="000000"/>
                </a:solidFill>
                <a:latin typeface="Times New Roman"/>
                <a:ea typeface="Times New Roman"/>
                <a:cs typeface="Times New Roman"/>
                <a:sym typeface="Times New Roman"/>
              </a:rPr>
              <a:t> Matched to required thrust and power</a:t>
            </a:r>
          </a:p>
          <a:p>
            <a:pPr lvl="0">
              <a:spcBef>
                <a:spcPts val="1400"/>
              </a:spcBef>
            </a:pPr>
            <a:r>
              <a:rPr b="1" dirty="0" sz="2000" lang="en-US">
                <a:solidFill>
                  <a:srgbClr val="000000"/>
                </a:solidFill>
                <a:latin typeface="Times New Roman"/>
                <a:ea typeface="Times New Roman"/>
                <a:cs typeface="Times New Roman"/>
                <a:sym typeface="Times New Roman"/>
              </a:rPr>
              <a:t>Sizing Process</a:t>
            </a:r>
          </a:p>
          <a:p>
            <a:pPr lvl="0">
              <a:spcBef>
                <a:spcPts val="1200"/>
              </a:spcBef>
            </a:pPr>
            <a:r>
              <a:rPr b="1" dirty="0" lang="en-US">
                <a:solidFill>
                  <a:srgbClr val="000000"/>
                </a:solidFill>
                <a:latin typeface="Times New Roman"/>
                <a:ea typeface="Times New Roman"/>
                <a:cs typeface="Times New Roman"/>
                <a:sym typeface="Times New Roman"/>
              </a:rPr>
              <a:t>    80 kg Aircraft → Required Thrust → Rotor Sizing → Motor → Propeller</a:t>
            </a:r>
          </a:p>
          <a:p>
            <a:pPr lvl="0">
              <a:spcBef>
                <a:spcPts val="1200"/>
              </a:spcBef>
            </a:pPr>
            <a:endParaRPr b="1" dirty="0" sz="2400" lang="en-US">
              <a:solidFill>
                <a:srgbClr val="000000"/>
              </a:solidFill>
              <a:latin typeface="Times New Roman"/>
              <a:ea typeface="Times New Roman"/>
              <a:cs typeface="Times New Roman"/>
              <a:sym typeface="Times New Roman"/>
            </a:endParaRPr>
          </a:p>
          <a:p>
            <a:pPr lvl="0">
              <a:spcBef>
                <a:spcPts val="1200"/>
              </a:spcBef>
              <a:spcAft>
                <a:spcPts val="1200"/>
              </a:spcAft>
            </a:pPr>
            <a:endParaRPr dirty="0" sz="2400" lang="en-US">
              <a:solidFill>
                <a:schemeClr val="dk1"/>
              </a:solidFill>
              <a:highlight>
                <a:schemeClr val="dk1"/>
              </a:highlight>
              <a:latin typeface="Times New Roman"/>
              <a:ea typeface="Times New Roman"/>
              <a:cs typeface="Times New Roman"/>
              <a:sym typeface="Times New Roman"/>
            </a:endParaRPr>
          </a:p>
        </p:txBody>
      </p:sp>
      <p:pic>
        <p:nvPicPr>
          <p:cNvPr id="2097169" name="Picture 9"/>
          <p:cNvPicPr>
            <a:picLocks noChangeAspect="1"/>
          </p:cNvPicPr>
          <p:nvPr/>
        </p:nvPicPr>
        <p:blipFill>
          <a:blip xmlns:r="http://schemas.openxmlformats.org/officeDocument/2006/relationships" r:embed="rId1"/>
          <a:stretch>
            <a:fillRect/>
          </a:stretch>
        </p:blipFill>
        <p:spPr>
          <a:xfrm>
            <a:off x="8348705" y="0"/>
            <a:ext cx="3756075" cy="850307"/>
          </a:xfrm>
          <a:prstGeom prst="rect"/>
        </p:spPr>
      </p:pic>
      <p:pic>
        <p:nvPicPr>
          <p:cNvPr id="2097170" name="Picture 12"/>
          <p:cNvPicPr>
            <a:picLocks noChangeAspect="1"/>
          </p:cNvPicPr>
          <p:nvPr/>
        </p:nvPicPr>
        <p:blipFill>
          <a:blip xmlns:r="http://schemas.openxmlformats.org/officeDocument/2006/relationships" r:embed="rId2"/>
          <a:stretch>
            <a:fillRect/>
          </a:stretch>
        </p:blipFill>
        <p:spPr>
          <a:xfrm>
            <a:off x="3182846" y="6361456"/>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66" name=""/>
        <p:cNvGrpSpPr/>
        <p:nvPr/>
      </p:nvGrpSpPr>
      <p:grpSpPr>
        <a:xfrm>
          <a:off x="0" y="0"/>
          <a:ext cx="0" cy="0"/>
          <a:chOff x="0" y="0"/>
          <a:chExt cx="0" cy="0"/>
        </a:xfrm>
      </p:grpSpPr>
      <p:sp useBgFill="1">
        <p:nvSpPr>
          <p:cNvPr id="1048665"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666" name="Flowchart: Summing Junction 3"/>
          <p:cNvSpPr/>
          <p:nvPr/>
        </p:nvSpPr>
        <p:spPr>
          <a:xfrm rot="5400000">
            <a:off x="-5308092" y="-1051560"/>
            <a:ext cx="8823960" cy="8961120"/>
          </a:xfrm>
          <a:prstGeom prst="flowChartSummingJunction"/>
          <a:solidFill>
            <a:schemeClr val="accent6">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67" name="Flowchart: Connector 10"/>
          <p:cNvSpPr/>
          <p:nvPr/>
        </p:nvSpPr>
        <p:spPr>
          <a:xfrm rot="16200000">
            <a:off x="-2610040" y="1531619"/>
            <a:ext cx="3806190" cy="3794760"/>
          </a:xfrm>
          <a:prstGeom prst="flowChartConnector"/>
          <a:solidFill>
            <a:srgbClr val="FFC00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668" name="TextBox 5"/>
          <p:cNvSpPr txBox="1"/>
          <p:nvPr/>
        </p:nvSpPr>
        <p:spPr>
          <a:xfrm>
            <a:off x="3230880" y="850308"/>
            <a:ext cx="8961120" cy="461665"/>
          </a:xfrm>
          <a:prstGeom prst="rect"/>
          <a:noFill/>
        </p:spPr>
        <p:txBody>
          <a:bodyPr rtlCol="0" wrap="square">
            <a:spAutoFit/>
          </a:bodyPr>
          <a:p>
            <a:pPr algn="ctr"/>
            <a:r>
              <a:rPr b="1" dirty="0" sz="2400" lang="en">
                <a:solidFill>
                  <a:schemeClr val="dk1"/>
                </a:solidFill>
                <a:latin typeface="Times New Roman"/>
                <a:ea typeface="Times New Roman"/>
                <a:cs typeface="Times New Roman"/>
                <a:sym typeface="Times New Roman"/>
              </a:rPr>
              <a:t>Power &amp; Energy System </a:t>
            </a:r>
            <a:endParaRPr dirty="0" sz="2400" lang="en-GB"/>
          </a:p>
        </p:txBody>
      </p:sp>
      <p:sp>
        <p:nvSpPr>
          <p:cNvPr id="1048669" name="TextBox 1"/>
          <p:cNvSpPr txBox="1"/>
          <p:nvPr/>
        </p:nvSpPr>
        <p:spPr>
          <a:xfrm>
            <a:off x="3771943" y="1311973"/>
            <a:ext cx="8607551" cy="6403340"/>
          </a:xfrm>
          <a:prstGeom prst="rect"/>
          <a:noFill/>
        </p:spPr>
        <p:txBody>
          <a:bodyPr rtlCol="0" wrap="square">
            <a:spAutoFit/>
          </a:bodyPr>
          <a:p>
            <a:pPr lvl="0">
              <a:spcBef>
                <a:spcPts val="1400"/>
              </a:spcBef>
            </a:pPr>
            <a:r>
              <a:rPr b="1" dirty="0" sz="2000" lang="en-US">
                <a:solidFill>
                  <a:srgbClr val="000000"/>
                </a:solidFill>
                <a:latin typeface="Times New Roman"/>
                <a:ea typeface="Times New Roman"/>
                <a:cs typeface="Times New Roman"/>
                <a:sym typeface="Times New Roman"/>
              </a:rPr>
              <a:t>Balancing Power and Mass</a:t>
            </a:r>
          </a:p>
          <a:p>
            <a:pPr lvl="0">
              <a:spcBef>
                <a:spcPts val="1200"/>
              </a:spcBef>
            </a:pPr>
            <a:r>
              <a:rPr dirty="0" lang="en-US">
                <a:solidFill>
                  <a:srgbClr val="000000"/>
                </a:solidFill>
                <a:latin typeface="Times New Roman"/>
                <a:ea typeface="Times New Roman"/>
                <a:cs typeface="Times New Roman"/>
                <a:sym typeface="Times New Roman"/>
              </a:rPr>
              <a:t>The propulsion system creates the largest electrical demand, while avionics, sensors, and spraying equipment add additional loads. The selected </a:t>
            </a:r>
            <a:r>
              <a:rPr b="1" dirty="0" lang="en-US">
                <a:solidFill>
                  <a:srgbClr val="000000"/>
                </a:solidFill>
                <a:latin typeface="Times New Roman"/>
                <a:ea typeface="Times New Roman"/>
                <a:cs typeface="Times New Roman"/>
                <a:sym typeface="Times New Roman"/>
              </a:rPr>
              <a:t>dual-LiPo battery system of approximately 8 kg</a:t>
            </a:r>
            <a:r>
              <a:rPr dirty="0" lang="en-US">
                <a:solidFill>
                  <a:srgbClr val="000000"/>
                </a:solidFill>
                <a:latin typeface="Times New Roman"/>
                <a:ea typeface="Times New Roman"/>
                <a:cs typeface="Times New Roman"/>
                <a:sym typeface="Times New Roman"/>
              </a:rPr>
              <a:t> was incorporated into the aircraft mass and power budget.</a:t>
            </a:r>
          </a:p>
          <a:p>
            <a:pPr lvl="0">
              <a:spcBef>
                <a:spcPts val="1400"/>
              </a:spcBef>
            </a:pPr>
            <a:r>
              <a:rPr b="1" dirty="0" sz="2000" lang="en-US">
                <a:solidFill>
                  <a:srgbClr val="000000"/>
                </a:solidFill>
                <a:latin typeface="Times New Roman"/>
                <a:ea typeface="Times New Roman"/>
                <a:cs typeface="Times New Roman"/>
                <a:sym typeface="Times New Roman"/>
              </a:rPr>
              <a:t>Power Architecture</a:t>
            </a:r>
          </a:p>
          <a:p>
            <a:pPr lvl="0">
              <a:spcBef>
                <a:spcPts val="1200"/>
              </a:spcBef>
            </a:pPr>
            <a:r>
              <a:rPr b="1" dirty="0" lang="en-US">
                <a:solidFill>
                  <a:srgbClr val="000000"/>
                </a:solidFill>
                <a:latin typeface="Times New Roman"/>
                <a:ea typeface="Times New Roman"/>
                <a:cs typeface="Times New Roman"/>
                <a:sym typeface="Times New Roman"/>
              </a:rPr>
              <a:t>Dual LiPo → Power Distribution → ESCs → Motors Battery → Regulators → Avionics + Sensors + Spray System</a:t>
            </a:r>
          </a:p>
          <a:p>
            <a:pPr lvl="0">
              <a:spcBef>
                <a:spcPts val="1400"/>
              </a:spcBef>
            </a:pPr>
            <a:r>
              <a:rPr b="1" dirty="0" sz="2000" lang="en-US">
                <a:solidFill>
                  <a:srgbClr val="000000"/>
                </a:solidFill>
                <a:latin typeface="Times New Roman"/>
                <a:ea typeface="Times New Roman"/>
                <a:cs typeface="Times New Roman"/>
                <a:sym typeface="Times New Roman"/>
              </a:rPr>
              <a:t>Design Considerations</a:t>
            </a:r>
          </a:p>
          <a:p>
            <a:pPr indent="-291597" lvl="0" marL="457200">
              <a:spcBef>
                <a:spcPts val="1200"/>
              </a:spcBef>
              <a:buClr>
                <a:srgbClr val="000000"/>
              </a:buClr>
              <a:buSzPct val="100000"/>
              <a:buFont typeface="Times New Roman"/>
              <a:buChar char="●"/>
            </a:pPr>
            <a:r>
              <a:rPr dirty="0" lang="en-US">
                <a:solidFill>
                  <a:srgbClr val="000000"/>
                </a:solidFill>
                <a:latin typeface="Times New Roman"/>
                <a:ea typeface="Times New Roman"/>
                <a:cs typeface="Times New Roman"/>
                <a:sym typeface="Times New Roman"/>
              </a:rPr>
              <a:t>Propulsion power demand</a:t>
            </a:r>
          </a:p>
          <a:p>
            <a:pPr indent="-291597" lvl="0" marL="457200">
              <a:buClr>
                <a:srgbClr val="000000"/>
              </a:buClr>
              <a:buSzPct val="100000"/>
              <a:buFont typeface="Times New Roman"/>
              <a:buChar char="●"/>
            </a:pPr>
            <a:r>
              <a:rPr dirty="0" lang="en-US">
                <a:solidFill>
                  <a:srgbClr val="000000"/>
                </a:solidFill>
                <a:latin typeface="Times New Roman"/>
                <a:ea typeface="Times New Roman"/>
                <a:cs typeface="Times New Roman"/>
                <a:sym typeface="Times New Roman"/>
              </a:rPr>
              <a:t>Battery capacity</a:t>
            </a:r>
          </a:p>
          <a:p>
            <a:pPr indent="-291597" lvl="0" marL="457200">
              <a:buClr>
                <a:srgbClr val="000000"/>
              </a:buClr>
              <a:buSzPct val="100000"/>
              <a:buFont typeface="Times New Roman"/>
              <a:buChar char="●"/>
            </a:pPr>
            <a:r>
              <a:rPr dirty="0" lang="en-US">
                <a:solidFill>
                  <a:srgbClr val="000000"/>
                </a:solidFill>
                <a:latin typeface="Times New Roman"/>
                <a:ea typeface="Times New Roman"/>
                <a:cs typeface="Times New Roman"/>
                <a:sym typeface="Times New Roman"/>
              </a:rPr>
              <a:t>Battery mass</a:t>
            </a:r>
          </a:p>
          <a:p>
            <a:pPr indent="-291597" lvl="0" marL="457200">
              <a:buClr>
                <a:srgbClr val="000000"/>
              </a:buClr>
              <a:buSzPct val="100000"/>
              <a:buFont typeface="Times New Roman"/>
              <a:buChar char="●"/>
            </a:pPr>
            <a:r>
              <a:rPr dirty="0" lang="en-US">
                <a:solidFill>
                  <a:srgbClr val="000000"/>
                </a:solidFill>
                <a:latin typeface="Times New Roman"/>
                <a:ea typeface="Times New Roman"/>
                <a:cs typeface="Times New Roman"/>
                <a:sym typeface="Times New Roman"/>
              </a:rPr>
              <a:t>Peak current demand</a:t>
            </a:r>
          </a:p>
          <a:p>
            <a:pPr indent="-291597" lvl="0" marL="457200">
              <a:buClr>
                <a:srgbClr val="000000"/>
              </a:buClr>
              <a:buSzPct val="100000"/>
              <a:buFont typeface="Times New Roman"/>
              <a:buChar char="●"/>
            </a:pPr>
            <a:r>
              <a:rPr dirty="0" lang="en-US">
                <a:solidFill>
                  <a:srgbClr val="000000"/>
                </a:solidFill>
                <a:latin typeface="Times New Roman"/>
                <a:ea typeface="Times New Roman"/>
                <a:cs typeface="Times New Roman"/>
                <a:sym typeface="Times New Roman"/>
              </a:rPr>
              <a:t>Avionics power</a:t>
            </a:r>
          </a:p>
          <a:p>
            <a:pPr indent="-291597" lvl="0" marL="457200">
              <a:buClr>
                <a:srgbClr val="000000"/>
              </a:buClr>
              <a:buSzPct val="100000"/>
              <a:buFont typeface="Times New Roman"/>
              <a:buChar char="●"/>
            </a:pPr>
            <a:r>
              <a:rPr dirty="0" lang="en-US">
                <a:solidFill>
                  <a:srgbClr val="000000"/>
                </a:solidFill>
                <a:latin typeface="Times New Roman"/>
                <a:ea typeface="Times New Roman"/>
                <a:cs typeface="Times New Roman"/>
                <a:sym typeface="Times New Roman"/>
              </a:rPr>
              <a:t>Mission energy requirement</a:t>
            </a:r>
          </a:p>
          <a:p>
            <a:pPr lvl="0">
              <a:spcBef>
                <a:spcPts val="1200"/>
              </a:spcBef>
            </a:pPr>
            <a:r>
              <a:rPr dirty="0" lang="en-US">
                <a:solidFill>
                  <a:srgbClr val="000000"/>
                </a:solidFill>
                <a:latin typeface="Times New Roman"/>
                <a:ea typeface="Times New Roman"/>
                <a:cs typeface="Times New Roman"/>
                <a:sym typeface="Times New Roman"/>
              </a:rPr>
              <a:t>The battery selection therefore represents a compromise between </a:t>
            </a:r>
            <a:r>
              <a:rPr b="1" dirty="0" lang="en-US">
                <a:solidFill>
                  <a:srgbClr val="000000"/>
                </a:solidFill>
                <a:latin typeface="Times New Roman"/>
                <a:ea typeface="Times New Roman"/>
                <a:cs typeface="Times New Roman"/>
                <a:sym typeface="Times New Roman"/>
              </a:rPr>
              <a:t>energy availability,  endurance, and aircraft mass</a:t>
            </a:r>
            <a:r>
              <a:rPr dirty="0" lang="en-US">
                <a:solidFill>
                  <a:srgbClr val="000000"/>
                </a:solidFill>
                <a:latin typeface="Times New Roman"/>
                <a:ea typeface="Times New Roman"/>
                <a:cs typeface="Times New Roman"/>
                <a:sym typeface="Times New Roman"/>
              </a:rPr>
              <a:t>.</a:t>
            </a:r>
          </a:p>
          <a:p>
            <a:pPr lvl="0">
              <a:spcBef>
                <a:spcPts val="1400"/>
              </a:spcBef>
            </a:pPr>
            <a:endParaRPr b="1" dirty="0" sz="1400" lang="en-US">
              <a:solidFill>
                <a:srgbClr val="000000"/>
              </a:solidFill>
              <a:latin typeface="Times New Roman"/>
              <a:ea typeface="Times New Roman"/>
              <a:cs typeface="Times New Roman"/>
              <a:sym typeface="Times New Roman"/>
            </a:endParaRPr>
          </a:p>
          <a:p>
            <a:pPr lvl="0">
              <a:spcBef>
                <a:spcPts val="400"/>
              </a:spcBef>
              <a:spcAft>
                <a:spcPts val="1200"/>
              </a:spcAft>
            </a:pPr>
            <a:endParaRPr dirty="0" lang="en-US">
              <a:solidFill>
                <a:schemeClr val="dk1"/>
              </a:solidFill>
            </a:endParaRPr>
          </a:p>
        </p:txBody>
      </p:sp>
      <p:pic>
        <p:nvPicPr>
          <p:cNvPr id="2097171" name="Picture 9"/>
          <p:cNvPicPr>
            <a:picLocks noChangeAspect="1"/>
          </p:cNvPicPr>
          <p:nvPr/>
        </p:nvPicPr>
        <p:blipFill>
          <a:blip xmlns:r="http://schemas.openxmlformats.org/officeDocument/2006/relationships" r:embed="rId1"/>
          <a:stretch>
            <a:fillRect/>
          </a:stretch>
        </p:blipFill>
        <p:spPr>
          <a:xfrm>
            <a:off x="3207433" y="1"/>
            <a:ext cx="3756075" cy="850307"/>
          </a:xfrm>
          <a:prstGeom prst="rect"/>
        </p:spPr>
      </p:pic>
      <p:pic>
        <p:nvPicPr>
          <p:cNvPr id="2097172" name="Picture 13"/>
          <p:cNvPicPr>
            <a:picLocks noChangeAspect="1"/>
          </p:cNvPicPr>
          <p:nvPr/>
        </p:nvPicPr>
        <p:blipFill>
          <a:blip xmlns:r="http://schemas.openxmlformats.org/officeDocument/2006/relationships" r:embed="rId2"/>
          <a:stretch>
            <a:fillRect/>
          </a:stretch>
        </p:blipFill>
        <p:spPr>
          <a:xfrm>
            <a:off x="11292703" y="0"/>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69" name=""/>
        <p:cNvGrpSpPr/>
        <p:nvPr/>
      </p:nvGrpSpPr>
      <p:grpSpPr>
        <a:xfrm>
          <a:off x="0" y="0"/>
          <a:ext cx="0" cy="0"/>
          <a:chOff x="0" y="0"/>
          <a:chExt cx="0" cy="0"/>
        </a:xfrm>
      </p:grpSpPr>
      <p:sp useBgFill="1">
        <p:nvSpPr>
          <p:cNvPr id="1048673"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674" name="Flowchart: Summing Junction 3"/>
          <p:cNvSpPr/>
          <p:nvPr/>
        </p:nvSpPr>
        <p:spPr>
          <a:xfrm rot="16200000">
            <a:off x="-5308092" y="-1051560"/>
            <a:ext cx="8823960" cy="8925560"/>
          </a:xfrm>
          <a:prstGeom prst="flowChartSummingJunction"/>
          <a:solidFill>
            <a:schemeClr val="accent1">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75" name="Flowchart: Connector 10"/>
          <p:cNvSpPr/>
          <p:nvPr/>
        </p:nvSpPr>
        <p:spPr>
          <a:xfrm rot="5400000">
            <a:off x="-2610040" y="1531619"/>
            <a:ext cx="3806190" cy="3794760"/>
          </a:xfrm>
          <a:prstGeom prst="flowChartConnector"/>
          <a:solidFill>
            <a:schemeClr val="tx2">
              <a:lumMod val="50000"/>
              <a:lumOff val="50000"/>
            </a:schemeClr>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676" name="TextBox 2"/>
          <p:cNvSpPr txBox="1"/>
          <p:nvPr/>
        </p:nvSpPr>
        <p:spPr>
          <a:xfrm>
            <a:off x="43721" y="2536164"/>
            <a:ext cx="1335024" cy="1805940"/>
          </a:xfrm>
          <a:prstGeom prst="rect"/>
          <a:noFill/>
        </p:spPr>
        <p:txBody>
          <a:bodyPr rtlCol="0" wrap="square">
            <a:spAutoFit/>
          </a:bodyPr>
          <a:p>
            <a:pPr indent="-285750" marL="285750">
              <a:buFont typeface="Wingdings" panose="05000000000000000000" pitchFamily="2" charset="2"/>
              <a:buChar char="Ø"/>
            </a:pPr>
            <a:endParaRPr dirty="0" sz="11500" lang="en-GB">
              <a:solidFill>
                <a:schemeClr val="accent6">
                  <a:lumMod val="40000"/>
                  <a:lumOff val="60000"/>
                </a:schemeClr>
              </a:solidFill>
            </a:endParaRPr>
          </a:p>
        </p:txBody>
      </p:sp>
      <p:sp>
        <p:nvSpPr>
          <p:cNvPr id="1048677" name="TextBox 6"/>
          <p:cNvSpPr txBox="1"/>
          <p:nvPr/>
        </p:nvSpPr>
        <p:spPr>
          <a:xfrm>
            <a:off x="3321740" y="1295071"/>
            <a:ext cx="8036168" cy="461665"/>
          </a:xfrm>
          <a:prstGeom prst="rect"/>
          <a:noFill/>
        </p:spPr>
        <p:txBody>
          <a:bodyPr rtlCol="0" wrap="square">
            <a:spAutoFit/>
          </a:bodyPr>
          <a:p>
            <a:pPr algn="ctr"/>
            <a:r>
              <a:rPr b="1" dirty="0" sz="2400" lang="en">
                <a:solidFill>
                  <a:srgbClr val="000000"/>
                </a:solidFill>
                <a:latin typeface="Times New Roman"/>
                <a:ea typeface="Times New Roman"/>
                <a:cs typeface="Times New Roman"/>
                <a:sym typeface="Times New Roman"/>
              </a:rPr>
              <a:t>Flight Performance</a:t>
            </a:r>
            <a:endParaRPr dirty="0" sz="2400" lang="en-GB"/>
          </a:p>
        </p:txBody>
      </p:sp>
      <p:sp>
        <p:nvSpPr>
          <p:cNvPr id="1048678" name="TextBox 5"/>
          <p:cNvSpPr txBox="1"/>
          <p:nvPr/>
        </p:nvSpPr>
        <p:spPr>
          <a:xfrm>
            <a:off x="3945003" y="1925081"/>
            <a:ext cx="8350001" cy="5361940"/>
          </a:xfrm>
          <a:prstGeom prst="rect"/>
          <a:noFill/>
        </p:spPr>
        <p:txBody>
          <a:bodyPr rtlCol="0" wrap="square">
            <a:spAutoFit/>
          </a:bodyPr>
          <a:p>
            <a:pPr lvl="0">
              <a:spcBef>
                <a:spcPts val="1400"/>
              </a:spcBef>
            </a:pPr>
            <a:r>
              <a:rPr b="1" dirty="0" sz="2000" lang="en-US">
                <a:solidFill>
                  <a:srgbClr val="000000"/>
                </a:solidFill>
                <a:latin typeface="Times New Roman"/>
                <a:ea typeface="Times New Roman"/>
                <a:cs typeface="Times New Roman"/>
                <a:sym typeface="Times New Roman"/>
              </a:rPr>
              <a:t>Designed for Agricultural Flight</a:t>
            </a:r>
          </a:p>
          <a:p>
            <a:pPr lvl="0">
              <a:spcBef>
                <a:spcPts val="1200"/>
              </a:spcBef>
            </a:pPr>
            <a:r>
              <a:rPr dirty="0" lang="en-US">
                <a:solidFill>
                  <a:srgbClr val="000000"/>
                </a:solidFill>
                <a:latin typeface="Times New Roman"/>
                <a:ea typeface="Times New Roman"/>
                <a:cs typeface="Times New Roman"/>
                <a:sym typeface="Times New Roman"/>
              </a:rPr>
              <a:t>The UAV is optimized for controlled, low-speed agricultural operation rather than maximum speed. Maintaining stable altitude, attitude, and forward motion is important because aircraft movement directly affects spray coverage.</a:t>
            </a:r>
          </a:p>
          <a:p>
            <a:pPr lvl="0">
              <a:spcBef>
                <a:spcPts val="1400"/>
              </a:spcBef>
            </a:pPr>
            <a:r>
              <a:rPr b="1" dirty="0" lang="en-US">
                <a:solidFill>
                  <a:srgbClr val="000000"/>
                </a:solidFill>
                <a:latin typeface="Times New Roman"/>
                <a:ea typeface="Times New Roman"/>
                <a:cs typeface="Times New Roman"/>
                <a:sym typeface="Times New Roman"/>
              </a:rPr>
              <a:t>Performance Specifications</a:t>
            </a:r>
          </a:p>
          <a:p>
            <a:pPr indent="-304085" lvl="0" marL="457200">
              <a:spcBef>
                <a:spcPts val="1200"/>
              </a:spcBef>
              <a:buClr>
                <a:srgbClr val="000000"/>
              </a:buClr>
              <a:buSzPct val="100000"/>
              <a:buFont typeface="Arial"/>
              <a:buChar char="●"/>
            </a:pPr>
            <a:r>
              <a:rPr b="1" dirty="0" sz="1600" lang="en-US">
                <a:solidFill>
                  <a:srgbClr val="000000"/>
                </a:solidFill>
                <a:latin typeface="Times New Roman"/>
                <a:ea typeface="Times New Roman"/>
                <a:cs typeface="Times New Roman"/>
                <a:sym typeface="Times New Roman"/>
              </a:rPr>
              <a:t>Operating Speed:</a:t>
            </a:r>
            <a:r>
              <a:rPr dirty="0" sz="1600" lang="en-US">
                <a:solidFill>
                  <a:srgbClr val="000000"/>
                </a:solidFill>
                <a:latin typeface="Times New Roman"/>
                <a:ea typeface="Times New Roman"/>
                <a:cs typeface="Times New Roman"/>
                <a:sym typeface="Times New Roman"/>
              </a:rPr>
              <a:t> 5–7 m/s</a:t>
            </a:r>
          </a:p>
          <a:p>
            <a:pPr indent="-304085" lvl="0" marL="457200">
              <a:buClr>
                <a:srgbClr val="000000"/>
              </a:buClr>
              <a:buSzPct val="100000"/>
              <a:buFont typeface="Arial"/>
              <a:buChar char="●"/>
            </a:pPr>
            <a:r>
              <a:rPr b="1" dirty="0" sz="1600" lang="en-US">
                <a:solidFill>
                  <a:srgbClr val="000000"/>
                </a:solidFill>
                <a:latin typeface="Times New Roman"/>
                <a:ea typeface="Times New Roman"/>
                <a:cs typeface="Times New Roman"/>
                <a:sym typeface="Times New Roman"/>
              </a:rPr>
              <a:t>Spray Width:</a:t>
            </a:r>
            <a:r>
              <a:rPr dirty="0" sz="1600" lang="en-US">
                <a:solidFill>
                  <a:srgbClr val="000000"/>
                </a:solidFill>
                <a:latin typeface="Times New Roman"/>
                <a:ea typeface="Times New Roman"/>
                <a:cs typeface="Times New Roman"/>
                <a:sym typeface="Times New Roman"/>
              </a:rPr>
              <a:t> ~5.5–6 m</a:t>
            </a:r>
          </a:p>
          <a:p>
            <a:pPr indent="-304085" lvl="0" marL="457200">
              <a:buClr>
                <a:srgbClr val="000000"/>
              </a:buClr>
              <a:buSzPct val="100000"/>
              <a:buFont typeface="Arial"/>
              <a:buChar char="●"/>
            </a:pPr>
            <a:r>
              <a:rPr b="1" dirty="0" sz="1600" lang="en-US">
                <a:solidFill>
                  <a:srgbClr val="000000"/>
                </a:solidFill>
                <a:latin typeface="Times New Roman"/>
                <a:ea typeface="Times New Roman"/>
                <a:cs typeface="Times New Roman"/>
                <a:sym typeface="Times New Roman"/>
              </a:rPr>
              <a:t>Maximum Takeoff Mass:</a:t>
            </a:r>
            <a:r>
              <a:rPr dirty="0" sz="1600" lang="en-US">
                <a:solidFill>
                  <a:srgbClr val="000000"/>
                </a:solidFill>
                <a:latin typeface="Times New Roman"/>
                <a:ea typeface="Times New Roman"/>
                <a:cs typeface="Times New Roman"/>
                <a:sym typeface="Times New Roman"/>
              </a:rPr>
              <a:t> ~80 kg</a:t>
            </a:r>
          </a:p>
          <a:p>
            <a:pPr indent="-304085" lvl="0" marL="457200">
              <a:buClr>
                <a:srgbClr val="000000"/>
              </a:buClr>
              <a:buSzPct val="100000"/>
              <a:buFont typeface="Arial"/>
              <a:buChar char="●"/>
            </a:pPr>
            <a:r>
              <a:rPr b="1" dirty="0" sz="1600" lang="en-US">
                <a:solidFill>
                  <a:srgbClr val="000000"/>
                </a:solidFill>
                <a:latin typeface="Times New Roman"/>
                <a:ea typeface="Times New Roman"/>
                <a:cs typeface="Times New Roman"/>
                <a:sym typeface="Times New Roman"/>
              </a:rPr>
              <a:t>Payload:</a:t>
            </a:r>
            <a:r>
              <a:rPr dirty="0" sz="1600" lang="en-US">
                <a:solidFill>
                  <a:srgbClr val="000000"/>
                </a:solidFill>
                <a:latin typeface="Times New Roman"/>
                <a:ea typeface="Times New Roman"/>
                <a:cs typeface="Times New Roman"/>
                <a:sym typeface="Times New Roman"/>
              </a:rPr>
              <a:t> 55 L</a:t>
            </a:r>
          </a:p>
          <a:p>
            <a:pPr lvl="0">
              <a:spcBef>
                <a:spcPts val="1400"/>
              </a:spcBef>
            </a:pPr>
            <a:r>
              <a:rPr b="1" dirty="0" lang="en-US">
                <a:solidFill>
                  <a:srgbClr val="000000"/>
                </a:solidFill>
                <a:latin typeface="Times New Roman"/>
                <a:ea typeface="Times New Roman"/>
                <a:cs typeface="Times New Roman"/>
                <a:sym typeface="Times New Roman"/>
              </a:rPr>
              <a:t>Typical Mission</a:t>
            </a:r>
          </a:p>
          <a:p>
            <a:pPr lvl="0">
              <a:spcBef>
                <a:spcPts val="1200"/>
              </a:spcBef>
            </a:pPr>
            <a:r>
              <a:rPr b="1" dirty="0" sz="1600" lang="en-US">
                <a:solidFill>
                  <a:srgbClr val="000000"/>
                </a:solidFill>
                <a:latin typeface="Times New Roman"/>
                <a:ea typeface="Times New Roman"/>
                <a:cs typeface="Times New Roman"/>
                <a:sym typeface="Times New Roman"/>
              </a:rPr>
              <a:t>Takeoff → Transit → Spray Pass → Turn → Spray Pass → Return to home → Landing</a:t>
            </a:r>
          </a:p>
          <a:p>
            <a:pPr lvl="0">
              <a:spcBef>
                <a:spcPts val="1200"/>
              </a:spcBef>
            </a:pPr>
            <a:r>
              <a:rPr dirty="0" sz="2400" lang="en-US">
                <a:solidFill>
                  <a:srgbClr val="FF0000"/>
                </a:solidFill>
                <a:latin typeface="Times New Roman"/>
                <a:ea typeface="Times New Roman"/>
                <a:cs typeface="Times New Roman"/>
                <a:sym typeface="Times New Roman"/>
              </a:rPr>
              <a:t>The </a:t>
            </a:r>
            <a:r>
              <a:rPr dirty="0" lang="en-US">
                <a:solidFill>
                  <a:srgbClr val="FF0000"/>
                </a:solidFill>
                <a:latin typeface="Times New Roman"/>
                <a:ea typeface="Times New Roman"/>
                <a:cs typeface="Times New Roman"/>
                <a:sym typeface="Times New Roman"/>
              </a:rPr>
              <a:t>performance target prioritizes </a:t>
            </a:r>
            <a:r>
              <a:rPr b="1" dirty="0" lang="en-US">
                <a:solidFill>
                  <a:srgbClr val="FF0000"/>
                </a:solidFill>
                <a:latin typeface="Times New Roman"/>
                <a:ea typeface="Times New Roman"/>
                <a:cs typeface="Times New Roman"/>
                <a:sym typeface="Times New Roman"/>
              </a:rPr>
              <a:t>stable coverage and controlled operation</a:t>
            </a:r>
            <a:r>
              <a:rPr dirty="0" lang="en-US">
                <a:solidFill>
                  <a:srgbClr val="FF0000"/>
                </a:solidFill>
                <a:latin typeface="Times New Roman"/>
                <a:ea typeface="Times New Roman"/>
                <a:cs typeface="Times New Roman"/>
                <a:sym typeface="Times New Roman"/>
              </a:rPr>
              <a:t> over high-speed flight.</a:t>
            </a:r>
          </a:p>
          <a:p>
            <a:pPr lvl="0">
              <a:spcBef>
                <a:spcPts val="1200"/>
              </a:spcBef>
            </a:pPr>
            <a:endParaRPr b="1" dirty="0" lang="en-US">
              <a:solidFill>
                <a:srgbClr val="FF0000"/>
              </a:solidFill>
              <a:latin typeface="Times New Roman"/>
              <a:ea typeface="Times New Roman"/>
              <a:cs typeface="Times New Roman"/>
              <a:sym typeface="Times New Roman"/>
            </a:endParaRPr>
          </a:p>
          <a:p>
            <a:pPr lvl="0">
              <a:spcBef>
                <a:spcPts val="1200"/>
              </a:spcBef>
              <a:spcAft>
                <a:spcPts val="1200"/>
              </a:spcAft>
            </a:pPr>
            <a:endParaRPr dirty="0" lang="en-US"/>
          </a:p>
        </p:txBody>
      </p:sp>
      <p:pic>
        <p:nvPicPr>
          <p:cNvPr id="2097173" name="Picture 8"/>
          <p:cNvPicPr>
            <a:picLocks noChangeAspect="1"/>
          </p:cNvPicPr>
          <p:nvPr/>
        </p:nvPicPr>
        <p:blipFill>
          <a:blip xmlns:r="http://schemas.openxmlformats.org/officeDocument/2006/relationships" r:embed="rId1"/>
          <a:stretch>
            <a:fillRect/>
          </a:stretch>
        </p:blipFill>
        <p:spPr>
          <a:xfrm>
            <a:off x="8348705" y="0"/>
            <a:ext cx="3756075" cy="850307"/>
          </a:xfrm>
          <a:prstGeom prst="rect"/>
        </p:spPr>
      </p:pic>
      <p:pic>
        <p:nvPicPr>
          <p:cNvPr id="2097174" name="Picture 13"/>
          <p:cNvPicPr>
            <a:picLocks noChangeAspect="1"/>
          </p:cNvPicPr>
          <p:nvPr/>
        </p:nvPicPr>
        <p:blipFill>
          <a:blip xmlns:r="http://schemas.openxmlformats.org/officeDocument/2006/relationships" r:embed="rId2"/>
          <a:stretch>
            <a:fillRect/>
          </a:stretch>
        </p:blipFill>
        <p:spPr>
          <a:xfrm>
            <a:off x="3306188" y="12868"/>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72" name=""/>
        <p:cNvGrpSpPr/>
        <p:nvPr/>
      </p:nvGrpSpPr>
      <p:grpSpPr>
        <a:xfrm>
          <a:off x="0" y="0"/>
          <a:ext cx="0" cy="0"/>
          <a:chOff x="0" y="0"/>
          <a:chExt cx="0" cy="0"/>
        </a:xfrm>
      </p:grpSpPr>
      <p:sp useBgFill="1">
        <p:nvSpPr>
          <p:cNvPr id="1048682"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683" name="Flowchart: Summing Junction 3"/>
          <p:cNvSpPr/>
          <p:nvPr/>
        </p:nvSpPr>
        <p:spPr>
          <a:xfrm rot="5400000">
            <a:off x="-5715887" y="-1051561"/>
            <a:ext cx="8823960" cy="8961120"/>
          </a:xfrm>
          <a:prstGeom prst="flowChartSummingJunction"/>
          <a:solidFill>
            <a:schemeClr val="accent6">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84" name="Flowchart: Connector 10"/>
          <p:cNvSpPr/>
          <p:nvPr/>
        </p:nvSpPr>
        <p:spPr>
          <a:xfrm rot="16200000">
            <a:off x="-3190725" y="1525905"/>
            <a:ext cx="3806190" cy="3794760"/>
          </a:xfrm>
          <a:prstGeom prst="flowChartConnector"/>
          <a:solidFill>
            <a:srgbClr val="FFC00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685" name="TextBox 12"/>
          <p:cNvSpPr txBox="1"/>
          <p:nvPr/>
        </p:nvSpPr>
        <p:spPr>
          <a:xfrm>
            <a:off x="4064000" y="1134533"/>
            <a:ext cx="7926832" cy="358141"/>
          </a:xfrm>
          <a:prstGeom prst="rect"/>
          <a:noFill/>
        </p:spPr>
        <p:txBody>
          <a:bodyPr rtlCol="0" wrap="square">
            <a:spAutoFit/>
          </a:bodyPr>
          <a:p>
            <a:endParaRPr dirty="0" lang="en-GB"/>
          </a:p>
        </p:txBody>
      </p:sp>
      <p:sp>
        <p:nvSpPr>
          <p:cNvPr id="1048686" name="TextBox 19"/>
          <p:cNvSpPr txBox="1"/>
          <p:nvPr/>
        </p:nvSpPr>
        <p:spPr>
          <a:xfrm>
            <a:off x="4224040" y="1034502"/>
            <a:ext cx="6756400" cy="461665"/>
          </a:xfrm>
          <a:prstGeom prst="rect"/>
          <a:noFill/>
        </p:spPr>
        <p:txBody>
          <a:bodyPr rtlCol="0" wrap="square">
            <a:spAutoFit/>
          </a:bodyPr>
          <a:p>
            <a:pPr algn="ctr"/>
            <a:r>
              <a:rPr b="1" dirty="0" sz="2400" lang="en">
                <a:solidFill>
                  <a:srgbClr val="000000"/>
                </a:solidFill>
                <a:latin typeface="Times New Roman"/>
                <a:ea typeface="Times New Roman"/>
                <a:cs typeface="Times New Roman"/>
                <a:sym typeface="Times New Roman"/>
              </a:rPr>
              <a:t>Avionics System</a:t>
            </a:r>
            <a:endParaRPr dirty="0" sz="2400" lang="en-GB"/>
          </a:p>
        </p:txBody>
      </p:sp>
      <p:sp>
        <p:nvSpPr>
          <p:cNvPr id="1048687" name="TextBox 20"/>
          <p:cNvSpPr txBox="1"/>
          <p:nvPr/>
        </p:nvSpPr>
        <p:spPr>
          <a:xfrm>
            <a:off x="3445329" y="1710435"/>
            <a:ext cx="8738550" cy="4965701"/>
          </a:xfrm>
          <a:prstGeom prst="rect"/>
          <a:noFill/>
        </p:spPr>
        <p:txBody>
          <a:bodyPr rtlCol="0" wrap="square">
            <a:spAutoFit/>
          </a:bodyPr>
          <a:p>
            <a:pPr lvl="0">
              <a:lnSpc>
                <a:spcPct val="95000"/>
              </a:lnSpc>
              <a:spcBef>
                <a:spcPts val="1400"/>
              </a:spcBef>
              <a:buSzPts val="275"/>
            </a:pPr>
            <a:r>
              <a:rPr b="1" dirty="0" sz="2000" lang="en-GB">
                <a:solidFill>
                  <a:srgbClr val="000000"/>
                </a:solidFill>
                <a:latin typeface="Times New Roman"/>
                <a:ea typeface="Times New Roman"/>
                <a:cs typeface="Times New Roman"/>
                <a:sym typeface="Times New Roman"/>
              </a:rPr>
              <a:t>The UAV's Control Centre</a:t>
            </a:r>
          </a:p>
          <a:p>
            <a:pPr lvl="0">
              <a:lnSpc>
                <a:spcPct val="95000"/>
              </a:lnSpc>
              <a:spcBef>
                <a:spcPts val="1200"/>
              </a:spcBef>
              <a:buSzPts val="275"/>
            </a:pPr>
            <a:r>
              <a:rPr dirty="0" lang="en-GB">
                <a:solidFill>
                  <a:srgbClr val="000000"/>
                </a:solidFill>
                <a:latin typeface="Times New Roman"/>
                <a:ea typeface="Times New Roman"/>
                <a:cs typeface="Times New Roman"/>
                <a:sym typeface="Times New Roman"/>
              </a:rPr>
              <a:t>The avionics system connects the aircraft's sensors, navigation equipment, flight controller, propulsion system, and ground station. It processes information from the aircraft and turns mission commands into control actions.</a:t>
            </a:r>
          </a:p>
          <a:p>
            <a:pPr lvl="0">
              <a:lnSpc>
                <a:spcPct val="95000"/>
              </a:lnSpc>
              <a:spcBef>
                <a:spcPts val="1400"/>
              </a:spcBef>
              <a:buSzPts val="275"/>
            </a:pPr>
            <a:r>
              <a:rPr b="1" dirty="0" lang="en-GB">
                <a:solidFill>
                  <a:srgbClr val="000000"/>
                </a:solidFill>
                <a:latin typeface="Times New Roman"/>
                <a:ea typeface="Times New Roman"/>
                <a:cs typeface="Times New Roman"/>
                <a:sym typeface="Times New Roman"/>
              </a:rPr>
              <a:t>Main Functions</a:t>
            </a:r>
          </a:p>
          <a:p>
            <a:pPr indent="-307593" lvl="0" marL="457200">
              <a:lnSpc>
                <a:spcPct val="95000"/>
              </a:lnSpc>
              <a:spcBef>
                <a:spcPts val="1200"/>
              </a:spcBef>
              <a:buClr>
                <a:srgbClr val="000000"/>
              </a:buClr>
              <a:buSzPts val="1244"/>
              <a:buFont typeface="Times New Roman"/>
              <a:buChar char="●"/>
            </a:pPr>
            <a:r>
              <a:rPr dirty="0" lang="en-GB">
                <a:solidFill>
                  <a:srgbClr val="000000"/>
                </a:solidFill>
                <a:latin typeface="Times New Roman"/>
                <a:ea typeface="Times New Roman"/>
                <a:cs typeface="Times New Roman"/>
                <a:sym typeface="Times New Roman"/>
              </a:rPr>
              <a:t>Flight stabilization</a:t>
            </a:r>
          </a:p>
          <a:p>
            <a:pPr indent="-307593" lvl="0" marL="457200">
              <a:lnSpc>
                <a:spcPct val="95000"/>
              </a:lnSpc>
              <a:buClr>
                <a:srgbClr val="000000"/>
              </a:buClr>
              <a:buSzPts val="1244"/>
              <a:buFont typeface="Times New Roman"/>
              <a:buChar char="●"/>
            </a:pPr>
            <a:r>
              <a:rPr dirty="0" lang="en-GB">
                <a:solidFill>
                  <a:srgbClr val="000000"/>
                </a:solidFill>
                <a:latin typeface="Times New Roman"/>
                <a:ea typeface="Times New Roman"/>
                <a:cs typeface="Times New Roman"/>
                <a:sym typeface="Times New Roman"/>
              </a:rPr>
              <a:t>Sensor processing</a:t>
            </a:r>
          </a:p>
          <a:p>
            <a:pPr indent="-307593" lvl="0" marL="457200">
              <a:lnSpc>
                <a:spcPct val="95000"/>
              </a:lnSpc>
              <a:buClr>
                <a:srgbClr val="000000"/>
              </a:buClr>
              <a:buSzPts val="1244"/>
              <a:buFont typeface="Times New Roman"/>
              <a:buChar char="●"/>
            </a:pPr>
            <a:r>
              <a:rPr dirty="0" lang="en-GB">
                <a:solidFill>
                  <a:srgbClr val="000000"/>
                </a:solidFill>
                <a:latin typeface="Times New Roman"/>
                <a:ea typeface="Times New Roman"/>
                <a:cs typeface="Times New Roman"/>
                <a:sym typeface="Times New Roman"/>
              </a:rPr>
              <a:t>Navigation</a:t>
            </a:r>
          </a:p>
          <a:p>
            <a:pPr indent="-307593" lvl="0" marL="457200">
              <a:lnSpc>
                <a:spcPct val="95000"/>
              </a:lnSpc>
              <a:buClr>
                <a:srgbClr val="000000"/>
              </a:buClr>
              <a:buSzPts val="1244"/>
              <a:buFont typeface="Times New Roman"/>
              <a:buChar char="●"/>
            </a:pPr>
            <a:r>
              <a:rPr dirty="0" lang="en-GB">
                <a:solidFill>
                  <a:srgbClr val="000000"/>
                </a:solidFill>
                <a:latin typeface="Times New Roman"/>
                <a:ea typeface="Times New Roman"/>
                <a:cs typeface="Times New Roman"/>
                <a:sym typeface="Times New Roman"/>
              </a:rPr>
              <a:t>Motor control</a:t>
            </a:r>
          </a:p>
          <a:p>
            <a:pPr indent="-307593" lvl="0" marL="457200">
              <a:lnSpc>
                <a:spcPct val="95000"/>
              </a:lnSpc>
              <a:buClr>
                <a:srgbClr val="000000"/>
              </a:buClr>
              <a:buSzPts val="1244"/>
              <a:buFont typeface="Times New Roman"/>
              <a:buChar char="●"/>
            </a:pPr>
            <a:r>
              <a:rPr dirty="0" lang="en-GB">
                <a:solidFill>
                  <a:srgbClr val="000000"/>
                </a:solidFill>
                <a:latin typeface="Times New Roman"/>
                <a:ea typeface="Times New Roman"/>
                <a:cs typeface="Times New Roman"/>
                <a:sym typeface="Times New Roman"/>
              </a:rPr>
              <a:t>Autonomous mission execution</a:t>
            </a:r>
          </a:p>
          <a:p>
            <a:pPr indent="-307593" lvl="0" marL="457200">
              <a:lnSpc>
                <a:spcPct val="95000"/>
              </a:lnSpc>
              <a:buClr>
                <a:srgbClr val="000000"/>
              </a:buClr>
              <a:buSzPts val="1244"/>
              <a:buFont typeface="Times New Roman"/>
              <a:buChar char="●"/>
            </a:pPr>
            <a:r>
              <a:rPr dirty="0" lang="en-GB">
                <a:solidFill>
                  <a:srgbClr val="000000"/>
                </a:solidFill>
                <a:latin typeface="Times New Roman"/>
                <a:ea typeface="Times New Roman"/>
                <a:cs typeface="Times New Roman"/>
                <a:sym typeface="Times New Roman"/>
              </a:rPr>
              <a:t>Telemetry</a:t>
            </a:r>
          </a:p>
          <a:p>
            <a:pPr indent="-307593" lvl="0" marL="457200">
              <a:lnSpc>
                <a:spcPct val="95000"/>
              </a:lnSpc>
              <a:buClr>
                <a:srgbClr val="000000"/>
              </a:buClr>
              <a:buSzPts val="1244"/>
              <a:buFont typeface="Times New Roman"/>
              <a:buChar char="●"/>
            </a:pPr>
            <a:r>
              <a:rPr dirty="0" lang="en-GB">
                <a:solidFill>
                  <a:srgbClr val="000000"/>
                </a:solidFill>
                <a:latin typeface="Times New Roman"/>
                <a:ea typeface="Times New Roman"/>
                <a:cs typeface="Times New Roman"/>
                <a:sym typeface="Times New Roman"/>
              </a:rPr>
              <a:t>Failsafe management</a:t>
            </a:r>
          </a:p>
          <a:p>
            <a:pPr lvl="0">
              <a:lnSpc>
                <a:spcPct val="95000"/>
              </a:lnSpc>
              <a:spcBef>
                <a:spcPts val="1400"/>
              </a:spcBef>
              <a:buSzPts val="275"/>
            </a:pPr>
            <a:r>
              <a:rPr b="1" dirty="0" lang="en-GB">
                <a:solidFill>
                  <a:srgbClr val="000000"/>
                </a:solidFill>
                <a:latin typeface="Times New Roman"/>
                <a:ea typeface="Times New Roman"/>
                <a:cs typeface="Times New Roman"/>
                <a:sym typeface="Times New Roman"/>
              </a:rPr>
              <a:t>Control Flow</a:t>
            </a:r>
          </a:p>
          <a:p>
            <a:pPr lvl="0">
              <a:lnSpc>
                <a:spcPct val="95000"/>
              </a:lnSpc>
              <a:spcBef>
                <a:spcPts val="1200"/>
              </a:spcBef>
              <a:buSzPts val="275"/>
            </a:pPr>
            <a:r>
              <a:rPr b="1" dirty="0" lang="en-GB">
                <a:solidFill>
                  <a:srgbClr val="000000"/>
                </a:solidFill>
                <a:latin typeface="Times New Roman"/>
                <a:ea typeface="Times New Roman"/>
                <a:cs typeface="Times New Roman"/>
                <a:sym typeface="Times New Roman"/>
              </a:rPr>
              <a:t>Sensors → Flight Controller → ESCs → Motors Flight Controller → Telemetry → Ground Station</a:t>
            </a:r>
          </a:p>
          <a:p>
            <a:pPr lvl="0">
              <a:lnSpc>
                <a:spcPct val="95000"/>
              </a:lnSpc>
              <a:spcBef>
                <a:spcPts val="1200"/>
              </a:spcBef>
              <a:spcAft>
                <a:spcPts val="1200"/>
              </a:spcAft>
              <a:buSzPts val="275"/>
            </a:pPr>
            <a:endParaRPr dirty="0" sz="500" lang="en-GB">
              <a:solidFill>
                <a:srgbClr val="1B212C"/>
              </a:solidFill>
            </a:endParaRPr>
          </a:p>
        </p:txBody>
      </p:sp>
      <p:pic>
        <p:nvPicPr>
          <p:cNvPr id="2097175" name="Picture 2"/>
          <p:cNvPicPr>
            <a:picLocks noChangeAspect="1"/>
          </p:cNvPicPr>
          <p:nvPr/>
        </p:nvPicPr>
        <p:blipFill>
          <a:blip xmlns:r="http://schemas.openxmlformats.org/officeDocument/2006/relationships" r:embed="rId1"/>
          <a:stretch>
            <a:fillRect/>
          </a:stretch>
        </p:blipFill>
        <p:spPr>
          <a:xfrm>
            <a:off x="3207433" y="1"/>
            <a:ext cx="3756075" cy="850307"/>
          </a:xfrm>
          <a:prstGeom prst="rect"/>
        </p:spPr>
      </p:pic>
      <p:pic>
        <p:nvPicPr>
          <p:cNvPr id="2097176" name="Picture 9"/>
          <p:cNvPicPr>
            <a:picLocks noChangeAspect="1"/>
          </p:cNvPicPr>
          <p:nvPr/>
        </p:nvPicPr>
        <p:blipFill>
          <a:blip xmlns:r="http://schemas.openxmlformats.org/officeDocument/2006/relationships" r:embed="rId2"/>
          <a:stretch>
            <a:fillRect/>
          </a:stretch>
        </p:blipFill>
        <p:spPr>
          <a:xfrm>
            <a:off x="11188058" y="5357731"/>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75" name=""/>
        <p:cNvGrpSpPr/>
        <p:nvPr/>
      </p:nvGrpSpPr>
      <p:grpSpPr>
        <a:xfrm>
          <a:off x="0" y="0"/>
          <a:ext cx="0" cy="0"/>
          <a:chOff x="0" y="0"/>
          <a:chExt cx="0" cy="0"/>
        </a:xfrm>
      </p:grpSpPr>
      <p:sp useBgFill="1">
        <p:nvSpPr>
          <p:cNvPr id="1048691"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692" name="Flowchart: Summing Junction 3"/>
          <p:cNvSpPr/>
          <p:nvPr/>
        </p:nvSpPr>
        <p:spPr>
          <a:xfrm rot="16200000">
            <a:off x="-5765292" y="-1033780"/>
            <a:ext cx="8823960" cy="8925560"/>
          </a:xfrm>
          <a:prstGeom prst="flowChartSummingJunction"/>
          <a:solidFill>
            <a:schemeClr val="accent1">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93" name="Flowchart: Connector 10"/>
          <p:cNvSpPr/>
          <p:nvPr/>
        </p:nvSpPr>
        <p:spPr>
          <a:xfrm rot="5400000">
            <a:off x="-3137535" y="1525905"/>
            <a:ext cx="3806190" cy="3794760"/>
          </a:xfrm>
          <a:prstGeom prst="flowChartConnector"/>
          <a:solidFill>
            <a:schemeClr val="tx2">
              <a:lumMod val="50000"/>
              <a:lumOff val="50000"/>
            </a:schemeClr>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694" name="TextBox 2"/>
          <p:cNvSpPr txBox="1"/>
          <p:nvPr/>
        </p:nvSpPr>
        <p:spPr>
          <a:xfrm>
            <a:off x="43721" y="2536164"/>
            <a:ext cx="1335024" cy="1805940"/>
          </a:xfrm>
          <a:prstGeom prst="rect"/>
          <a:noFill/>
        </p:spPr>
        <p:txBody>
          <a:bodyPr rtlCol="0" wrap="square">
            <a:spAutoFit/>
          </a:bodyPr>
          <a:p>
            <a:pPr indent="-285750" marL="285750">
              <a:buFont typeface="Wingdings" panose="05000000000000000000" pitchFamily="2" charset="2"/>
              <a:buChar char="Ø"/>
            </a:pPr>
            <a:endParaRPr dirty="0" sz="11500" lang="en-GB">
              <a:solidFill>
                <a:schemeClr val="accent6">
                  <a:lumMod val="40000"/>
                  <a:lumOff val="60000"/>
                </a:schemeClr>
              </a:solidFill>
            </a:endParaRPr>
          </a:p>
        </p:txBody>
      </p:sp>
      <p:sp>
        <p:nvSpPr>
          <p:cNvPr id="1048695" name="TextBox 5"/>
          <p:cNvSpPr txBox="1"/>
          <p:nvPr/>
        </p:nvSpPr>
        <p:spPr>
          <a:xfrm>
            <a:off x="2187742" y="1069955"/>
            <a:ext cx="9774355" cy="461665"/>
          </a:xfrm>
          <a:prstGeom prst="rect"/>
          <a:noFill/>
        </p:spPr>
        <p:txBody>
          <a:bodyPr rtlCol="0" wrap="square">
            <a:spAutoFit/>
          </a:bodyPr>
          <a:p>
            <a:pPr algn="ctr"/>
            <a:r>
              <a:rPr b="1" dirty="0" sz="2400" lang="en">
                <a:solidFill>
                  <a:srgbClr val="000000"/>
                </a:solidFill>
                <a:latin typeface="Times New Roman"/>
                <a:ea typeface="Times New Roman"/>
                <a:cs typeface="Times New Roman"/>
                <a:sym typeface="Times New Roman"/>
              </a:rPr>
              <a:t>Navigation &amp; Autonomous Flight</a:t>
            </a:r>
            <a:endParaRPr b="1" dirty="0" sz="2400" lang="en-GB"/>
          </a:p>
        </p:txBody>
      </p:sp>
      <p:sp>
        <p:nvSpPr>
          <p:cNvPr id="1048696" name="TextBox 1"/>
          <p:cNvSpPr txBox="1"/>
          <p:nvPr/>
        </p:nvSpPr>
        <p:spPr>
          <a:xfrm>
            <a:off x="3642706" y="1642000"/>
            <a:ext cx="8677964" cy="5476240"/>
          </a:xfrm>
          <a:prstGeom prst="rect"/>
          <a:noFill/>
        </p:spPr>
        <p:txBody>
          <a:bodyPr rtlCol="0" wrap="square">
            <a:spAutoFit/>
          </a:bodyPr>
          <a:p>
            <a:pPr lvl="0">
              <a:spcBef>
                <a:spcPts val="1400"/>
              </a:spcBef>
            </a:pPr>
            <a:r>
              <a:rPr b="1" dirty="0" sz="2000" lang="en-GB">
                <a:solidFill>
                  <a:srgbClr val="000000"/>
                </a:solidFill>
                <a:latin typeface="Times New Roman"/>
                <a:ea typeface="Times New Roman"/>
                <a:cs typeface="Times New Roman"/>
                <a:sym typeface="Times New Roman"/>
              </a:rPr>
              <a:t>RTK-GPS Based Navigation</a:t>
            </a:r>
          </a:p>
          <a:p>
            <a:pPr lvl="0">
              <a:spcBef>
                <a:spcPts val="1200"/>
              </a:spcBef>
            </a:pPr>
            <a:r>
              <a:rPr dirty="0" lang="en-GB">
                <a:solidFill>
                  <a:srgbClr val="000000"/>
                </a:solidFill>
                <a:latin typeface="Times New Roman"/>
                <a:ea typeface="Times New Roman"/>
                <a:cs typeface="Times New Roman"/>
                <a:sym typeface="Times New Roman"/>
              </a:rPr>
              <a:t>The UAV uses </a:t>
            </a:r>
            <a:r>
              <a:rPr b="1" dirty="0" lang="en-GB">
                <a:solidFill>
                  <a:srgbClr val="000000"/>
                </a:solidFill>
                <a:latin typeface="Times New Roman"/>
                <a:ea typeface="Times New Roman"/>
                <a:cs typeface="Times New Roman"/>
                <a:sym typeface="Times New Roman"/>
              </a:rPr>
              <a:t>RTK-GPS</a:t>
            </a:r>
            <a:r>
              <a:rPr dirty="0" lang="en-GB">
                <a:solidFill>
                  <a:srgbClr val="000000"/>
                </a:solidFill>
                <a:latin typeface="Times New Roman"/>
                <a:ea typeface="Times New Roman"/>
                <a:cs typeface="Times New Roman"/>
                <a:sym typeface="Times New Roman"/>
              </a:rPr>
              <a:t> to improve positioning accuracy during autonomous waypoint missions. Navigation data is combined with onboard motion sensing so the flight controller can track the planned route and maintain stable aircraft motion.</a:t>
            </a:r>
          </a:p>
          <a:p>
            <a:pPr lvl="0">
              <a:spcBef>
                <a:spcPts val="1400"/>
              </a:spcBef>
            </a:pPr>
            <a:r>
              <a:rPr b="1" dirty="0" sz="2000" lang="en-GB">
                <a:solidFill>
                  <a:srgbClr val="000000"/>
                </a:solidFill>
                <a:latin typeface="Times New Roman"/>
                <a:ea typeface="Times New Roman"/>
                <a:cs typeface="Times New Roman"/>
                <a:sym typeface="Times New Roman"/>
              </a:rPr>
              <a:t>Navigation Specifications</a:t>
            </a:r>
          </a:p>
          <a:p>
            <a:pPr indent="-305555" lvl="0" marL="457200">
              <a:spcBef>
                <a:spcPts val="1200"/>
              </a:spcBef>
              <a:buClr>
                <a:srgbClr val="000000"/>
              </a:buClr>
              <a:buSzPct val="100000"/>
              <a:buFont typeface="Arial"/>
              <a:buChar char="●"/>
            </a:pPr>
            <a:r>
              <a:rPr b="1" dirty="0" lang="en-GB">
                <a:solidFill>
                  <a:srgbClr val="000000"/>
                </a:solidFill>
                <a:latin typeface="Times New Roman"/>
                <a:ea typeface="Times New Roman"/>
                <a:cs typeface="Times New Roman"/>
                <a:sym typeface="Times New Roman"/>
              </a:rPr>
              <a:t>Navigation:</a:t>
            </a:r>
            <a:r>
              <a:rPr dirty="0" lang="en-GB">
                <a:solidFill>
                  <a:srgbClr val="000000"/>
                </a:solidFill>
                <a:latin typeface="Times New Roman"/>
                <a:ea typeface="Times New Roman"/>
                <a:cs typeface="Times New Roman"/>
                <a:sym typeface="Times New Roman"/>
              </a:rPr>
              <a:t> RTK-GPS</a:t>
            </a:r>
          </a:p>
          <a:p>
            <a:pPr indent="-305555" lvl="0" marL="457200">
              <a:buClr>
                <a:srgbClr val="000000"/>
              </a:buClr>
              <a:buSzPct val="100000"/>
              <a:buFont typeface="Arial"/>
              <a:buChar char="●"/>
            </a:pPr>
            <a:r>
              <a:rPr b="1" dirty="0" lang="en-GB">
                <a:solidFill>
                  <a:srgbClr val="000000"/>
                </a:solidFill>
                <a:latin typeface="Times New Roman"/>
                <a:ea typeface="Times New Roman"/>
                <a:cs typeface="Times New Roman"/>
                <a:sym typeface="Times New Roman"/>
              </a:rPr>
              <a:t>Flight Mode:</a:t>
            </a:r>
            <a:r>
              <a:rPr dirty="0" lang="en-GB">
                <a:solidFill>
                  <a:srgbClr val="000000"/>
                </a:solidFill>
                <a:latin typeface="Times New Roman"/>
                <a:ea typeface="Times New Roman"/>
                <a:cs typeface="Times New Roman"/>
                <a:sym typeface="Times New Roman"/>
              </a:rPr>
              <a:t> Autonomous waypoint navigation</a:t>
            </a:r>
          </a:p>
          <a:p>
            <a:pPr indent="-305555" lvl="0" marL="457200">
              <a:buClr>
                <a:srgbClr val="000000"/>
              </a:buClr>
              <a:buSzPct val="100000"/>
              <a:buFont typeface="Arial"/>
              <a:buChar char="●"/>
            </a:pPr>
            <a:r>
              <a:rPr b="1" dirty="0" lang="en-GB">
                <a:solidFill>
                  <a:srgbClr val="000000"/>
                </a:solidFill>
                <a:latin typeface="Times New Roman"/>
                <a:ea typeface="Times New Roman"/>
                <a:cs typeface="Times New Roman"/>
                <a:sym typeface="Times New Roman"/>
              </a:rPr>
              <a:t>Mission Planning:</a:t>
            </a:r>
            <a:r>
              <a:rPr dirty="0" lang="en-GB">
                <a:solidFill>
                  <a:srgbClr val="000000"/>
                </a:solidFill>
                <a:latin typeface="Times New Roman"/>
                <a:ea typeface="Times New Roman"/>
                <a:cs typeface="Times New Roman"/>
                <a:sym typeface="Times New Roman"/>
              </a:rPr>
              <a:t> Predefined field routes</a:t>
            </a:r>
          </a:p>
          <a:p>
            <a:pPr indent="-305555" lvl="0" marL="457200">
              <a:buClr>
                <a:srgbClr val="000000"/>
              </a:buClr>
              <a:buSzPct val="100000"/>
              <a:buFont typeface="Arial"/>
              <a:buChar char="●"/>
            </a:pPr>
            <a:r>
              <a:rPr b="1" dirty="0" lang="en-GB">
                <a:solidFill>
                  <a:srgbClr val="000000"/>
                </a:solidFill>
                <a:latin typeface="Times New Roman"/>
                <a:ea typeface="Times New Roman"/>
                <a:cs typeface="Times New Roman"/>
                <a:sym typeface="Times New Roman"/>
              </a:rPr>
              <a:t>Control:</a:t>
            </a:r>
            <a:r>
              <a:rPr dirty="0" lang="en-GB">
                <a:solidFill>
                  <a:srgbClr val="000000"/>
                </a:solidFill>
                <a:latin typeface="Times New Roman"/>
                <a:ea typeface="Times New Roman"/>
                <a:cs typeface="Times New Roman"/>
                <a:sym typeface="Times New Roman"/>
              </a:rPr>
              <a:t> Closed-loop position feedback</a:t>
            </a:r>
          </a:p>
          <a:p>
            <a:pPr lvl="0">
              <a:spcBef>
                <a:spcPts val="1400"/>
              </a:spcBef>
            </a:pPr>
            <a:r>
              <a:rPr b="1" dirty="0" sz="2000" lang="en-GB">
                <a:solidFill>
                  <a:srgbClr val="000000"/>
                </a:solidFill>
                <a:latin typeface="Times New Roman"/>
                <a:ea typeface="Times New Roman"/>
                <a:cs typeface="Times New Roman"/>
                <a:sym typeface="Times New Roman"/>
              </a:rPr>
              <a:t>Autonomous Mission</a:t>
            </a:r>
          </a:p>
          <a:p>
            <a:pPr lvl="0">
              <a:spcBef>
                <a:spcPts val="1200"/>
              </a:spcBef>
            </a:pPr>
            <a:r>
              <a:rPr b="1" dirty="0" lang="en-GB">
                <a:solidFill>
                  <a:srgbClr val="000000"/>
                </a:solidFill>
                <a:latin typeface="Times New Roman"/>
                <a:ea typeface="Times New Roman"/>
                <a:cs typeface="Times New Roman"/>
                <a:sym typeface="Times New Roman"/>
              </a:rPr>
              <a:t>Mission Planning → Waypoints → Position Estimation → Flight Control → Feedback</a:t>
            </a:r>
          </a:p>
          <a:p>
            <a:pPr lvl="0">
              <a:spcBef>
                <a:spcPts val="1200"/>
              </a:spcBef>
            </a:pPr>
            <a:r>
              <a:rPr dirty="0" lang="en-GB">
                <a:solidFill>
                  <a:srgbClr val="000000"/>
                </a:solidFill>
                <a:latin typeface="Times New Roman"/>
                <a:ea typeface="Times New Roman"/>
                <a:cs typeface="Times New Roman"/>
                <a:sym typeface="Times New Roman"/>
              </a:rPr>
              <a:t>The operator supervises the mission while the aircraft handles continuous stabilization and waypoint tracking.</a:t>
            </a:r>
          </a:p>
          <a:p>
            <a:pPr lvl="0">
              <a:spcBef>
                <a:spcPts val="1200"/>
              </a:spcBef>
            </a:pPr>
            <a:endParaRPr b="1" dirty="0" lang="en-GB">
              <a:solidFill>
                <a:srgbClr val="000000"/>
              </a:solidFill>
              <a:latin typeface="Times New Roman"/>
              <a:ea typeface="Times New Roman"/>
              <a:cs typeface="Times New Roman"/>
              <a:sym typeface="Times New Roman"/>
            </a:endParaRPr>
          </a:p>
          <a:p>
            <a:pPr lvl="0">
              <a:spcBef>
                <a:spcPts val="1200"/>
              </a:spcBef>
              <a:spcAft>
                <a:spcPts val="1200"/>
              </a:spcAft>
            </a:pPr>
            <a:endParaRPr dirty="0" lang="en-GB"/>
          </a:p>
        </p:txBody>
      </p:sp>
      <p:pic>
        <p:nvPicPr>
          <p:cNvPr id="2097177" name="Picture 8"/>
          <p:cNvPicPr>
            <a:picLocks noChangeAspect="1"/>
          </p:cNvPicPr>
          <p:nvPr/>
        </p:nvPicPr>
        <p:blipFill>
          <a:blip xmlns:r="http://schemas.openxmlformats.org/officeDocument/2006/relationships" r:embed="rId1"/>
          <a:stretch>
            <a:fillRect/>
          </a:stretch>
        </p:blipFill>
        <p:spPr>
          <a:xfrm>
            <a:off x="8348705" y="0"/>
            <a:ext cx="3756075" cy="850307"/>
          </a:xfrm>
          <a:prstGeom prst="rect"/>
        </p:spPr>
      </p:pic>
      <p:pic>
        <p:nvPicPr>
          <p:cNvPr id="2097178" name="Picture 12"/>
          <p:cNvPicPr>
            <a:picLocks noChangeAspect="1"/>
          </p:cNvPicPr>
          <p:nvPr/>
        </p:nvPicPr>
        <p:blipFill>
          <a:blip xmlns:r="http://schemas.openxmlformats.org/officeDocument/2006/relationships" r:embed="rId2"/>
          <a:stretch>
            <a:fillRect/>
          </a:stretch>
        </p:blipFill>
        <p:spPr>
          <a:xfrm>
            <a:off x="3509417" y="0"/>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78" name=""/>
        <p:cNvGrpSpPr/>
        <p:nvPr/>
      </p:nvGrpSpPr>
      <p:grpSpPr>
        <a:xfrm>
          <a:off x="0" y="0"/>
          <a:ext cx="0" cy="0"/>
          <a:chOff x="0" y="0"/>
          <a:chExt cx="0" cy="0"/>
        </a:xfrm>
      </p:grpSpPr>
      <p:sp useBgFill="1">
        <p:nvSpPr>
          <p:cNvPr id="1048700"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701" name="Flowchart: Summing Junction 3"/>
          <p:cNvSpPr/>
          <p:nvPr/>
        </p:nvSpPr>
        <p:spPr>
          <a:xfrm rot="5400000">
            <a:off x="-5308092" y="-1051560"/>
            <a:ext cx="8823960" cy="8961120"/>
          </a:xfrm>
          <a:prstGeom prst="flowChartSummingJunction"/>
          <a:solidFill>
            <a:schemeClr val="accent6">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702" name="Flowchart: Connector 10"/>
          <p:cNvSpPr/>
          <p:nvPr/>
        </p:nvSpPr>
        <p:spPr>
          <a:xfrm rot="16200000">
            <a:off x="-2858044" y="1525905"/>
            <a:ext cx="3806190" cy="3794760"/>
          </a:xfrm>
          <a:prstGeom prst="flowChartConnector"/>
          <a:solidFill>
            <a:srgbClr val="FFC00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703" name="TextBox 1"/>
          <p:cNvSpPr txBox="1"/>
          <p:nvPr/>
        </p:nvSpPr>
        <p:spPr>
          <a:xfrm>
            <a:off x="4175082" y="881519"/>
            <a:ext cx="7416800" cy="461665"/>
          </a:xfrm>
          <a:prstGeom prst="rect"/>
          <a:noFill/>
        </p:spPr>
        <p:txBody>
          <a:bodyPr rtlCol="0" wrap="square">
            <a:spAutoFit/>
          </a:bodyPr>
          <a:p>
            <a:pPr algn="ctr"/>
            <a:r>
              <a:rPr b="1" dirty="0" sz="2400" lang="en">
                <a:solidFill>
                  <a:schemeClr val="dk1"/>
                </a:solidFill>
                <a:latin typeface="Times New Roman"/>
                <a:ea typeface="Times New Roman"/>
                <a:cs typeface="Times New Roman"/>
                <a:sym typeface="Times New Roman"/>
              </a:rPr>
              <a:t>Spraying System </a:t>
            </a:r>
            <a:endParaRPr dirty="0" sz="2400" lang="en-GB"/>
          </a:p>
        </p:txBody>
      </p:sp>
      <p:sp>
        <p:nvSpPr>
          <p:cNvPr id="1048704" name="TextBox 2"/>
          <p:cNvSpPr txBox="1"/>
          <p:nvPr/>
        </p:nvSpPr>
        <p:spPr>
          <a:xfrm>
            <a:off x="3977301" y="1707582"/>
            <a:ext cx="8214699" cy="5407659"/>
          </a:xfrm>
          <a:prstGeom prst="rect"/>
          <a:noFill/>
        </p:spPr>
        <p:txBody>
          <a:bodyPr rtlCol="0" wrap="square">
            <a:spAutoFit/>
          </a:bodyPr>
          <a:p>
            <a:pPr lvl="0">
              <a:spcBef>
                <a:spcPts val="1400"/>
              </a:spcBef>
            </a:pPr>
            <a:r>
              <a:rPr b="1" dirty="0" sz="1500" lang="en-GB">
                <a:solidFill>
                  <a:srgbClr val="000000"/>
                </a:solidFill>
                <a:latin typeface="Times New Roman"/>
                <a:ea typeface="Times New Roman"/>
                <a:cs typeface="Times New Roman"/>
                <a:sym typeface="Times New Roman"/>
              </a:rPr>
              <a:t>20 L Liquid Delivery System</a:t>
            </a:r>
          </a:p>
          <a:p>
            <a:pPr lvl="0">
              <a:spcBef>
                <a:spcPts val="1200"/>
              </a:spcBef>
            </a:pPr>
            <a:r>
              <a:rPr dirty="0" lang="en-GB">
                <a:solidFill>
                  <a:srgbClr val="000000"/>
                </a:solidFill>
                <a:latin typeface="Times New Roman"/>
                <a:ea typeface="Times New Roman"/>
                <a:cs typeface="Times New Roman"/>
                <a:sym typeface="Times New Roman"/>
              </a:rPr>
              <a:t>The spraying subsystem stores and delivers the agricultural liquid through a controlled pump, flow system, and nozzle arrangement. The tank is integrated near the aircraft's central region to limit changes in balance as the liquid is consumed.</a:t>
            </a:r>
          </a:p>
          <a:p>
            <a:pPr lvl="0">
              <a:spcBef>
                <a:spcPts val="1400"/>
              </a:spcBef>
            </a:pPr>
            <a:r>
              <a:rPr b="1" dirty="0" sz="1500" lang="en-GB">
                <a:solidFill>
                  <a:srgbClr val="000000"/>
                </a:solidFill>
                <a:latin typeface="Times New Roman"/>
                <a:ea typeface="Times New Roman"/>
                <a:cs typeface="Times New Roman"/>
                <a:sym typeface="Times New Roman"/>
              </a:rPr>
              <a:t>Specifications</a:t>
            </a:r>
          </a:p>
          <a:p>
            <a:pPr indent="-311150" lvl="0" marL="457200">
              <a:spcBef>
                <a:spcPts val="1200"/>
              </a:spcBef>
              <a:buClr>
                <a:srgbClr val="000000"/>
              </a:buClr>
              <a:buSzPts val="1300"/>
              <a:buFont typeface="Arial"/>
              <a:buChar char="●"/>
            </a:pPr>
            <a:r>
              <a:rPr b="1" dirty="0" lang="en-GB">
                <a:solidFill>
                  <a:srgbClr val="000000"/>
                </a:solidFill>
                <a:latin typeface="Times New Roman"/>
                <a:ea typeface="Times New Roman"/>
                <a:cs typeface="Times New Roman"/>
                <a:sym typeface="Times New Roman"/>
              </a:rPr>
              <a:t>Tank Capacity:</a:t>
            </a:r>
            <a:r>
              <a:rPr dirty="0" lang="en-GB">
                <a:solidFill>
                  <a:srgbClr val="000000"/>
                </a:solidFill>
                <a:latin typeface="Times New Roman"/>
                <a:ea typeface="Times New Roman"/>
                <a:cs typeface="Times New Roman"/>
                <a:sym typeface="Times New Roman"/>
              </a:rPr>
              <a:t> 55 L</a:t>
            </a:r>
          </a:p>
          <a:p>
            <a:pPr indent="-311150" lvl="0" marL="457200">
              <a:buClr>
                <a:srgbClr val="000000"/>
              </a:buClr>
              <a:buSzPts val="1300"/>
              <a:buFont typeface="Arial"/>
              <a:buChar char="●"/>
            </a:pPr>
            <a:r>
              <a:rPr b="1" dirty="0" lang="en-GB">
                <a:solidFill>
                  <a:srgbClr val="000000"/>
                </a:solidFill>
                <a:latin typeface="Times New Roman"/>
                <a:ea typeface="Times New Roman"/>
                <a:cs typeface="Times New Roman"/>
                <a:sym typeface="Times New Roman"/>
              </a:rPr>
              <a:t>Spray Width:</a:t>
            </a:r>
            <a:r>
              <a:rPr dirty="0" lang="en-GB">
                <a:solidFill>
                  <a:srgbClr val="000000"/>
                </a:solidFill>
                <a:latin typeface="Times New Roman"/>
                <a:ea typeface="Times New Roman"/>
                <a:cs typeface="Times New Roman"/>
                <a:sym typeface="Times New Roman"/>
              </a:rPr>
              <a:t> ~5.5–6 m</a:t>
            </a:r>
          </a:p>
          <a:p>
            <a:pPr indent="-311150" lvl="0" marL="457200">
              <a:buClr>
                <a:srgbClr val="000000"/>
              </a:buClr>
              <a:buSzPts val="1300"/>
              <a:buFont typeface="Arial"/>
              <a:buChar char="●"/>
            </a:pPr>
            <a:r>
              <a:rPr b="1" dirty="0" lang="en-GB">
                <a:solidFill>
                  <a:srgbClr val="000000"/>
                </a:solidFill>
                <a:latin typeface="Times New Roman"/>
                <a:ea typeface="Times New Roman"/>
                <a:cs typeface="Times New Roman"/>
                <a:sym typeface="Times New Roman"/>
              </a:rPr>
              <a:t>System:</a:t>
            </a:r>
            <a:r>
              <a:rPr dirty="0" lang="en-GB">
                <a:solidFill>
                  <a:srgbClr val="000000"/>
                </a:solidFill>
                <a:latin typeface="Times New Roman"/>
                <a:ea typeface="Times New Roman"/>
                <a:cs typeface="Times New Roman"/>
                <a:sym typeface="Times New Roman"/>
              </a:rPr>
              <a:t> Tank + Pump + Filter + Boom + Nozzles</a:t>
            </a:r>
          </a:p>
          <a:p>
            <a:pPr indent="-311150" lvl="0" marL="457200">
              <a:buClr>
                <a:srgbClr val="000000"/>
              </a:buClr>
              <a:buSzPts val="1300"/>
              <a:buFont typeface="Arial"/>
              <a:buChar char="●"/>
            </a:pPr>
            <a:r>
              <a:rPr b="1" dirty="0" lang="en-GB">
                <a:solidFill>
                  <a:srgbClr val="000000"/>
                </a:solidFill>
                <a:latin typeface="Times New Roman"/>
                <a:ea typeface="Times New Roman"/>
                <a:cs typeface="Times New Roman"/>
                <a:sym typeface="Times New Roman"/>
              </a:rPr>
              <a:t>Control:</a:t>
            </a:r>
            <a:r>
              <a:rPr dirty="0" lang="en-GB">
                <a:solidFill>
                  <a:srgbClr val="000000"/>
                </a:solidFill>
                <a:latin typeface="Times New Roman"/>
                <a:ea typeface="Times New Roman"/>
                <a:cs typeface="Times New Roman"/>
                <a:sym typeface="Times New Roman"/>
              </a:rPr>
              <a:t> Regulated liquid delivery</a:t>
            </a:r>
          </a:p>
          <a:p>
            <a:pPr lvl="0">
              <a:spcBef>
                <a:spcPts val="1400"/>
              </a:spcBef>
            </a:pPr>
            <a:r>
              <a:rPr b="1" dirty="0" sz="1500" lang="en-GB">
                <a:solidFill>
                  <a:srgbClr val="000000"/>
                </a:solidFill>
                <a:latin typeface="Times New Roman"/>
                <a:ea typeface="Times New Roman"/>
                <a:cs typeface="Times New Roman"/>
                <a:sym typeface="Times New Roman"/>
              </a:rPr>
              <a:t>Spray Flow</a:t>
            </a:r>
          </a:p>
          <a:p>
            <a:pPr lvl="0">
              <a:spcBef>
                <a:spcPts val="1200"/>
              </a:spcBef>
            </a:pPr>
            <a:r>
              <a:rPr b="1" dirty="0" lang="en-GB">
                <a:solidFill>
                  <a:srgbClr val="000000"/>
                </a:solidFill>
                <a:latin typeface="Times New Roman"/>
                <a:ea typeface="Times New Roman"/>
                <a:cs typeface="Times New Roman"/>
                <a:sym typeface="Times New Roman"/>
              </a:rPr>
              <a:t>55 L Tank → Filter → Pump → Flow Control → Boom → Nozzles → Crop</a:t>
            </a:r>
          </a:p>
          <a:p>
            <a:pPr lvl="0">
              <a:spcBef>
                <a:spcPts val="1200"/>
              </a:spcBef>
            </a:pPr>
            <a:r>
              <a:rPr dirty="0" lang="en-GB">
                <a:solidFill>
                  <a:srgbClr val="000000"/>
                </a:solidFill>
                <a:latin typeface="Times New Roman"/>
                <a:ea typeface="Times New Roman"/>
                <a:cs typeface="Times New Roman"/>
                <a:sym typeface="Times New Roman"/>
              </a:rPr>
              <a:t>The spraying system is integrated with the UAV's flight mission rather than operating independently.</a:t>
            </a:r>
          </a:p>
          <a:p>
            <a:pPr lvl="0">
              <a:lnSpc>
                <a:spcPct val="105000"/>
              </a:lnSpc>
              <a:spcBef>
                <a:spcPts val="1200"/>
              </a:spcBef>
              <a:buSzPts val="1018"/>
            </a:pPr>
            <a:endParaRPr b="1" dirty="0" sz="1403" lang="en-GB">
              <a:solidFill>
                <a:srgbClr val="000000"/>
              </a:solidFill>
              <a:latin typeface="Times New Roman"/>
              <a:ea typeface="Times New Roman"/>
              <a:cs typeface="Times New Roman"/>
              <a:sym typeface="Times New Roman"/>
            </a:endParaRPr>
          </a:p>
          <a:p>
            <a:pPr lvl="0">
              <a:lnSpc>
                <a:spcPct val="105000"/>
              </a:lnSpc>
              <a:spcBef>
                <a:spcPts val="1200"/>
              </a:spcBef>
              <a:spcAft>
                <a:spcPts val="1200"/>
              </a:spcAft>
              <a:buSzPts val="1018"/>
            </a:pPr>
            <a:endParaRPr dirty="0" sz="1403" lang="en-GB">
              <a:latin typeface="Times New Roman"/>
              <a:ea typeface="Times New Roman"/>
              <a:cs typeface="Times New Roman"/>
              <a:sym typeface="Times New Roman"/>
            </a:endParaRPr>
          </a:p>
        </p:txBody>
      </p:sp>
      <p:pic>
        <p:nvPicPr>
          <p:cNvPr id="2097179" name="Picture 8"/>
          <p:cNvPicPr>
            <a:picLocks noChangeAspect="1"/>
          </p:cNvPicPr>
          <p:nvPr/>
        </p:nvPicPr>
        <p:blipFill>
          <a:blip xmlns:r="http://schemas.openxmlformats.org/officeDocument/2006/relationships" r:embed="rId1"/>
          <a:stretch>
            <a:fillRect/>
          </a:stretch>
        </p:blipFill>
        <p:spPr>
          <a:xfrm>
            <a:off x="3207433" y="1"/>
            <a:ext cx="3756075" cy="850307"/>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81" name=""/>
        <p:cNvGrpSpPr/>
        <p:nvPr/>
      </p:nvGrpSpPr>
      <p:grpSpPr>
        <a:xfrm>
          <a:off x="0" y="0"/>
          <a:ext cx="0" cy="0"/>
          <a:chOff x="0" y="0"/>
          <a:chExt cx="0" cy="0"/>
        </a:xfrm>
      </p:grpSpPr>
      <p:sp useBgFill="1">
        <p:nvSpPr>
          <p:cNvPr id="1048708"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709" name="Flowchart: Summing Junction 3"/>
          <p:cNvSpPr/>
          <p:nvPr/>
        </p:nvSpPr>
        <p:spPr>
          <a:xfrm rot="16200000">
            <a:off x="-5577840" y="-995592"/>
            <a:ext cx="8823960" cy="8925560"/>
          </a:xfrm>
          <a:prstGeom prst="flowChartSummingJunction"/>
          <a:solidFill>
            <a:schemeClr val="accent1">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710" name="Flowchart: Connector 10"/>
          <p:cNvSpPr/>
          <p:nvPr/>
        </p:nvSpPr>
        <p:spPr>
          <a:xfrm rot="5400000">
            <a:off x="-3137535" y="1525905"/>
            <a:ext cx="3806190" cy="3794760"/>
          </a:xfrm>
          <a:prstGeom prst="flowChartConnector"/>
          <a:solidFill>
            <a:schemeClr val="tx2">
              <a:lumMod val="50000"/>
              <a:lumOff val="50000"/>
            </a:schemeClr>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711" name="TextBox 2"/>
          <p:cNvSpPr txBox="1"/>
          <p:nvPr/>
        </p:nvSpPr>
        <p:spPr>
          <a:xfrm>
            <a:off x="43721" y="2536164"/>
            <a:ext cx="1335024" cy="1805940"/>
          </a:xfrm>
          <a:prstGeom prst="rect"/>
          <a:noFill/>
        </p:spPr>
        <p:txBody>
          <a:bodyPr rtlCol="0" wrap="square">
            <a:spAutoFit/>
          </a:bodyPr>
          <a:p>
            <a:pPr indent="-285750" marL="285750">
              <a:buFont typeface="Wingdings" panose="05000000000000000000" pitchFamily="2" charset="2"/>
              <a:buChar char="Ø"/>
            </a:pPr>
            <a:endParaRPr dirty="0" sz="11500" lang="en-GB">
              <a:solidFill>
                <a:schemeClr val="accent6">
                  <a:lumMod val="40000"/>
                  <a:lumOff val="60000"/>
                </a:schemeClr>
              </a:solidFill>
            </a:endParaRPr>
          </a:p>
        </p:txBody>
      </p:sp>
      <p:sp>
        <p:nvSpPr>
          <p:cNvPr id="1048712" name="TextBox 6"/>
          <p:cNvSpPr txBox="1"/>
          <p:nvPr/>
        </p:nvSpPr>
        <p:spPr>
          <a:xfrm>
            <a:off x="3159761" y="1131921"/>
            <a:ext cx="8036168" cy="461665"/>
          </a:xfrm>
          <a:prstGeom prst="rect"/>
          <a:noFill/>
        </p:spPr>
        <p:txBody>
          <a:bodyPr rtlCol="0" wrap="square">
            <a:spAutoFit/>
          </a:bodyPr>
          <a:p>
            <a:pPr algn="ctr"/>
            <a:r>
              <a:rPr b="1" dirty="0" sz="2400" lang="en">
                <a:solidFill>
                  <a:srgbClr val="000000"/>
                </a:solidFill>
                <a:latin typeface="Times New Roman"/>
                <a:ea typeface="Times New Roman"/>
                <a:cs typeface="Times New Roman"/>
                <a:sym typeface="Times New Roman"/>
              </a:rPr>
              <a:t>Precision Spraying</a:t>
            </a:r>
            <a:endParaRPr dirty="0" sz="2400" lang="en-GB"/>
          </a:p>
        </p:txBody>
      </p:sp>
      <p:sp>
        <p:nvSpPr>
          <p:cNvPr id="1048713" name="TextBox 5"/>
          <p:cNvSpPr txBox="1"/>
          <p:nvPr/>
        </p:nvSpPr>
        <p:spPr>
          <a:xfrm>
            <a:off x="3598317" y="1875200"/>
            <a:ext cx="8593683" cy="4917440"/>
          </a:xfrm>
          <a:prstGeom prst="rect"/>
          <a:noFill/>
        </p:spPr>
        <p:txBody>
          <a:bodyPr rtlCol="0" wrap="square">
            <a:spAutoFit/>
          </a:bodyPr>
          <a:p>
            <a:pPr lvl="0">
              <a:spcBef>
                <a:spcPts val="1400"/>
              </a:spcBef>
            </a:pPr>
            <a:r>
              <a:rPr b="1" dirty="0" sz="2000" lang="en-US">
                <a:solidFill>
                  <a:srgbClr val="000000"/>
                </a:solidFill>
                <a:latin typeface="Times New Roman"/>
                <a:ea typeface="Times New Roman"/>
                <a:cs typeface="Times New Roman"/>
                <a:sym typeface="Times New Roman"/>
              </a:rPr>
              <a:t>Connecting Flight With Spray Quality</a:t>
            </a:r>
          </a:p>
          <a:p>
            <a:pPr lvl="0">
              <a:spcBef>
                <a:spcPts val="1200"/>
              </a:spcBef>
            </a:pPr>
            <a:r>
              <a:rPr dirty="0" sz="2000" lang="en-US">
                <a:solidFill>
                  <a:srgbClr val="000000"/>
                </a:solidFill>
                <a:latin typeface="Times New Roman"/>
                <a:ea typeface="Times New Roman"/>
                <a:cs typeface="Times New Roman"/>
                <a:sym typeface="Times New Roman"/>
              </a:rPr>
              <a:t>Spray consistency depends on the relationship between aircraft motion and liquid delivery. Speed, altitude, flow rate, nozzle arrangement, and spray width must therefore be considered together.</a:t>
            </a:r>
          </a:p>
          <a:p>
            <a:pPr lvl="0">
              <a:spcBef>
                <a:spcPts val="1400"/>
              </a:spcBef>
            </a:pPr>
            <a:r>
              <a:rPr b="1" dirty="0" sz="2000" lang="en-US">
                <a:solidFill>
                  <a:srgbClr val="000000"/>
                </a:solidFill>
                <a:latin typeface="Times New Roman"/>
                <a:ea typeface="Times New Roman"/>
                <a:cs typeface="Times New Roman"/>
                <a:sym typeface="Times New Roman"/>
              </a:rPr>
              <a:t>Control Relationship</a:t>
            </a:r>
          </a:p>
          <a:p>
            <a:pPr lvl="0">
              <a:spcBef>
                <a:spcPts val="1200"/>
              </a:spcBef>
            </a:pPr>
            <a:r>
              <a:rPr dirty="0" sz="2000" lang="en-US">
                <a:solidFill>
                  <a:srgbClr val="000000"/>
                </a:solidFill>
                <a:latin typeface="Times New Roman"/>
                <a:ea typeface="Times New Roman"/>
                <a:cs typeface="Times New Roman"/>
                <a:sym typeface="Times New Roman"/>
              </a:rPr>
              <a:t>Flight Speed + Altitude + Flow Rate → Spray Coverage</a:t>
            </a:r>
          </a:p>
          <a:p>
            <a:pPr lvl="0">
              <a:spcBef>
                <a:spcPts val="1200"/>
              </a:spcBef>
            </a:pPr>
            <a:r>
              <a:rPr dirty="0" sz="2000" lang="en-US">
                <a:solidFill>
                  <a:srgbClr val="000000"/>
                </a:solidFill>
                <a:latin typeface="Times New Roman"/>
                <a:ea typeface="Times New Roman"/>
                <a:cs typeface="Times New Roman"/>
                <a:sym typeface="Times New Roman"/>
              </a:rPr>
              <a:t>The design targets a spray width of approximately </a:t>
            </a:r>
            <a:r>
              <a:rPr b="1" dirty="0" sz="2000" lang="en-US">
                <a:solidFill>
                  <a:srgbClr val="000000"/>
                </a:solidFill>
                <a:latin typeface="Times New Roman"/>
                <a:ea typeface="Times New Roman"/>
                <a:cs typeface="Times New Roman"/>
                <a:sym typeface="Times New Roman"/>
              </a:rPr>
              <a:t>5.5–6 m</a:t>
            </a:r>
            <a:r>
              <a:rPr dirty="0" sz="2000" lang="en-US">
                <a:solidFill>
                  <a:srgbClr val="000000"/>
                </a:solidFill>
                <a:latin typeface="Times New Roman"/>
                <a:ea typeface="Times New Roman"/>
                <a:cs typeface="Times New Roman"/>
                <a:sym typeface="Times New Roman"/>
              </a:rPr>
              <a:t>, while stable flight helps maintain consistent distance between the nozzles and crop.</a:t>
            </a:r>
          </a:p>
          <a:p>
            <a:pPr lvl="0">
              <a:spcBef>
                <a:spcPts val="1400"/>
              </a:spcBef>
            </a:pPr>
            <a:r>
              <a:rPr b="1" dirty="0" sz="2400" lang="en-US">
                <a:solidFill>
                  <a:srgbClr val="000000"/>
                </a:solidFill>
                <a:latin typeface="Times New Roman"/>
                <a:ea typeface="Times New Roman"/>
                <a:cs typeface="Times New Roman"/>
                <a:sym typeface="Times New Roman"/>
              </a:rPr>
              <a:t>Goal</a:t>
            </a:r>
          </a:p>
          <a:p>
            <a:pPr lvl="0">
              <a:spcBef>
                <a:spcPts val="1200"/>
              </a:spcBef>
            </a:pPr>
            <a:r>
              <a:rPr dirty="0" sz="2000" lang="en-US">
                <a:solidFill>
                  <a:srgbClr val="000000"/>
                </a:solidFill>
                <a:latin typeface="Times New Roman"/>
                <a:ea typeface="Times New Roman"/>
                <a:cs typeface="Times New Roman"/>
                <a:sym typeface="Times New Roman"/>
              </a:rPr>
              <a:t>Uniform Coverage • Controlled Application • Minimum Unnecessary Overlap</a:t>
            </a:r>
          </a:p>
          <a:p>
            <a:pPr lvl="0">
              <a:spcBef>
                <a:spcPts val="1200"/>
              </a:spcBef>
              <a:spcAft>
                <a:spcPts val="1200"/>
              </a:spcAft>
            </a:pPr>
            <a:endParaRPr dirty="0" sz="2000" lang="en-US">
              <a:solidFill>
                <a:srgbClr val="1B212C"/>
              </a:solidFill>
            </a:endParaRPr>
          </a:p>
        </p:txBody>
      </p:sp>
      <p:pic>
        <p:nvPicPr>
          <p:cNvPr id="2097180" name="Picture 8"/>
          <p:cNvPicPr>
            <a:picLocks noChangeAspect="1"/>
          </p:cNvPicPr>
          <p:nvPr/>
        </p:nvPicPr>
        <p:blipFill>
          <a:blip xmlns:r="http://schemas.openxmlformats.org/officeDocument/2006/relationships" r:embed="rId1"/>
          <a:stretch>
            <a:fillRect/>
          </a:stretch>
        </p:blipFill>
        <p:spPr>
          <a:xfrm>
            <a:off x="8348705" y="0"/>
            <a:ext cx="3756075" cy="850307"/>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84" name=""/>
        <p:cNvGrpSpPr/>
        <p:nvPr/>
      </p:nvGrpSpPr>
      <p:grpSpPr>
        <a:xfrm>
          <a:off x="0" y="0"/>
          <a:ext cx="0" cy="0"/>
          <a:chOff x="0" y="0"/>
          <a:chExt cx="0" cy="0"/>
        </a:xfrm>
      </p:grpSpPr>
      <p:sp>
        <p:nvSpPr>
          <p:cNvPr id="1048717" name="Flowchart: Summing Junction 3"/>
          <p:cNvSpPr/>
          <p:nvPr/>
        </p:nvSpPr>
        <p:spPr>
          <a:xfrm>
            <a:off x="-5239512" y="-1051563"/>
            <a:ext cx="8823960" cy="8961120"/>
          </a:xfrm>
          <a:prstGeom prst="flowChartSummingJunction"/>
          <a:solidFill>
            <a:schemeClr val="accent6"/>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718" name="Flowchart: Connector 10"/>
          <p:cNvSpPr/>
          <p:nvPr/>
        </p:nvSpPr>
        <p:spPr>
          <a:xfrm rot="10800000">
            <a:off x="-2610040" y="1531619"/>
            <a:ext cx="3806190" cy="3794760"/>
          </a:xfrm>
          <a:prstGeom prst="flowChartConnector"/>
          <a:solidFill>
            <a:srgbClr val="00206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719" name="TextBox 1"/>
          <p:cNvSpPr txBox="1"/>
          <p:nvPr/>
        </p:nvSpPr>
        <p:spPr>
          <a:xfrm>
            <a:off x="3207433" y="734892"/>
            <a:ext cx="8423031" cy="461665"/>
          </a:xfrm>
          <a:prstGeom prst="rect"/>
          <a:noFill/>
        </p:spPr>
        <p:txBody>
          <a:bodyPr rtlCol="0" wrap="square">
            <a:spAutoFit/>
          </a:bodyPr>
          <a:p>
            <a:pPr algn="ctr"/>
            <a:r>
              <a:rPr b="1" dirty="0" sz="2400" lang="en">
                <a:solidFill>
                  <a:srgbClr val="000000"/>
                </a:solidFill>
                <a:latin typeface="Times New Roman"/>
                <a:ea typeface="Times New Roman"/>
                <a:cs typeface="Times New Roman"/>
                <a:sym typeface="Times New Roman"/>
              </a:rPr>
              <a:t>Safety and reliability</a:t>
            </a:r>
            <a:endParaRPr b="1" dirty="0" sz="2400" lang="en-GB"/>
          </a:p>
        </p:txBody>
      </p:sp>
      <p:sp>
        <p:nvSpPr>
          <p:cNvPr id="1048720" name="TextBox 2"/>
          <p:cNvSpPr txBox="1"/>
          <p:nvPr/>
        </p:nvSpPr>
        <p:spPr>
          <a:xfrm>
            <a:off x="3723435" y="1081140"/>
            <a:ext cx="8519559" cy="6568440"/>
          </a:xfrm>
          <a:prstGeom prst="rect"/>
          <a:noFill/>
        </p:spPr>
        <p:txBody>
          <a:bodyPr rtlCol="0" wrap="square">
            <a:spAutoFit/>
          </a:bodyPr>
          <a:p>
            <a:pPr lvl="0">
              <a:spcBef>
                <a:spcPts val="1400"/>
              </a:spcBef>
            </a:pPr>
            <a:r>
              <a:rPr b="1" dirty="0" sz="2400" lang="en-US">
                <a:solidFill>
                  <a:srgbClr val="000000"/>
                </a:solidFill>
                <a:latin typeface="Times New Roman"/>
                <a:ea typeface="Times New Roman"/>
                <a:cs typeface="Times New Roman"/>
                <a:sym typeface="Times New Roman"/>
              </a:rPr>
              <a:t>Safety by Design</a:t>
            </a:r>
          </a:p>
          <a:p>
            <a:pPr lvl="0">
              <a:spcBef>
                <a:spcPts val="1400"/>
              </a:spcBef>
            </a:pPr>
            <a:r>
              <a:rPr dirty="0" sz="2000" lang="en-US">
                <a:solidFill>
                  <a:srgbClr val="000000"/>
                </a:solidFill>
                <a:latin typeface="Times New Roman"/>
                <a:ea typeface="Times New Roman"/>
                <a:cs typeface="Times New Roman"/>
                <a:sym typeface="Times New Roman"/>
              </a:rPr>
              <a:t>An approximately </a:t>
            </a:r>
            <a:r>
              <a:rPr b="1" dirty="0" sz="2000" lang="en-US">
                <a:solidFill>
                  <a:srgbClr val="000000"/>
                </a:solidFill>
                <a:latin typeface="Times New Roman"/>
                <a:ea typeface="Times New Roman"/>
                <a:cs typeface="Times New Roman"/>
                <a:sym typeface="Times New Roman"/>
              </a:rPr>
              <a:t>80 kg autonomous aircraft carrying a 55L liquid payload</a:t>
            </a:r>
            <a:r>
              <a:rPr dirty="0" sz="2000" lang="en-US">
                <a:solidFill>
                  <a:srgbClr val="000000"/>
                </a:solidFill>
                <a:latin typeface="Times New Roman"/>
                <a:ea typeface="Times New Roman"/>
                <a:cs typeface="Times New Roman"/>
                <a:sym typeface="Times New Roman"/>
              </a:rPr>
              <a:t> requires multiple layers of monitoring and failsafe protection. Abnormal conditions should trigger an appropriate response instead of allowing the aircraft to continue an unsafe mission.</a:t>
            </a:r>
          </a:p>
          <a:p>
            <a:pPr lvl="0">
              <a:spcBef>
                <a:spcPts val="1400"/>
              </a:spcBef>
            </a:pPr>
            <a:r>
              <a:rPr b="1" dirty="0" lang="en-US">
                <a:solidFill>
                  <a:srgbClr val="000000"/>
                </a:solidFill>
                <a:latin typeface="Times New Roman"/>
                <a:ea typeface="Times New Roman"/>
                <a:cs typeface="Times New Roman"/>
                <a:sym typeface="Times New Roman"/>
              </a:rPr>
              <a:t>Safety Functions</a:t>
            </a:r>
          </a:p>
          <a:p>
            <a:pPr indent="-311150" lvl="0" marL="457200">
              <a:spcBef>
                <a:spcPts val="1200"/>
              </a:spcBef>
              <a:buClr>
                <a:srgbClr val="000000"/>
              </a:buClr>
              <a:buSzPts val="1300"/>
              <a:buFont typeface="Times New Roman"/>
              <a:buChar char="●"/>
            </a:pPr>
            <a:r>
              <a:rPr dirty="0" sz="2000" lang="en-US">
                <a:solidFill>
                  <a:srgbClr val="000000"/>
                </a:solidFill>
                <a:latin typeface="Times New Roman"/>
                <a:ea typeface="Times New Roman"/>
                <a:cs typeface="Times New Roman"/>
                <a:sym typeface="Times New Roman"/>
              </a:rPr>
              <a:t>Battery monitoring</a:t>
            </a:r>
          </a:p>
          <a:p>
            <a:pPr indent="-311150" lvl="0" marL="457200">
              <a:buClr>
                <a:srgbClr val="000000"/>
              </a:buClr>
              <a:buSzPts val="1300"/>
              <a:buFont typeface="Times New Roman"/>
              <a:buChar char="●"/>
            </a:pPr>
            <a:r>
              <a:rPr dirty="0" sz="2000" lang="en-US">
                <a:solidFill>
                  <a:srgbClr val="000000"/>
                </a:solidFill>
                <a:latin typeface="Times New Roman"/>
                <a:ea typeface="Times New Roman"/>
                <a:cs typeface="Times New Roman"/>
                <a:sym typeface="Times New Roman"/>
              </a:rPr>
              <a:t>GPS/navigation monitoring</a:t>
            </a:r>
          </a:p>
          <a:p>
            <a:pPr indent="-311150" lvl="0" marL="457200">
              <a:buClr>
                <a:srgbClr val="000000"/>
              </a:buClr>
              <a:buSzPts val="1300"/>
              <a:buFont typeface="Times New Roman"/>
              <a:buChar char="●"/>
            </a:pPr>
            <a:r>
              <a:rPr dirty="0" sz="2000" lang="en-US">
                <a:solidFill>
                  <a:srgbClr val="000000"/>
                </a:solidFill>
                <a:latin typeface="Times New Roman"/>
                <a:ea typeface="Times New Roman"/>
                <a:cs typeface="Times New Roman"/>
                <a:sym typeface="Times New Roman"/>
              </a:rPr>
              <a:t>Communication monitoring</a:t>
            </a:r>
          </a:p>
          <a:p>
            <a:pPr indent="-311150" lvl="0" marL="457200">
              <a:buClr>
                <a:srgbClr val="000000"/>
              </a:buClr>
              <a:buSzPts val="1300"/>
              <a:buFont typeface="Times New Roman"/>
              <a:buChar char="●"/>
            </a:pPr>
            <a:r>
              <a:rPr dirty="0" sz="2000" lang="en-US">
                <a:solidFill>
                  <a:srgbClr val="000000"/>
                </a:solidFill>
                <a:latin typeface="Times New Roman"/>
                <a:ea typeface="Times New Roman"/>
                <a:cs typeface="Times New Roman"/>
                <a:sym typeface="Times New Roman"/>
              </a:rPr>
              <a:t>Return-to-home</a:t>
            </a:r>
          </a:p>
          <a:p>
            <a:pPr indent="-311150" lvl="0" marL="457200">
              <a:buClr>
                <a:srgbClr val="000000"/>
              </a:buClr>
              <a:buSzPts val="1300"/>
              <a:buFont typeface="Times New Roman"/>
              <a:buChar char="●"/>
            </a:pPr>
            <a:r>
              <a:rPr dirty="0" sz="2000" lang="en-US">
                <a:solidFill>
                  <a:srgbClr val="000000"/>
                </a:solidFill>
                <a:latin typeface="Times New Roman"/>
                <a:ea typeface="Times New Roman"/>
                <a:cs typeface="Times New Roman"/>
                <a:sym typeface="Times New Roman"/>
              </a:rPr>
              <a:t>Low-battery failsafe</a:t>
            </a:r>
          </a:p>
          <a:p>
            <a:pPr indent="-311150" lvl="0" marL="457200">
              <a:buClr>
                <a:srgbClr val="000000"/>
              </a:buClr>
              <a:buSzPts val="1300"/>
              <a:buFont typeface="Times New Roman"/>
              <a:buChar char="●"/>
            </a:pPr>
            <a:r>
              <a:rPr dirty="0" sz="2000" lang="en-US">
                <a:solidFill>
                  <a:srgbClr val="000000"/>
                </a:solidFill>
                <a:latin typeface="Times New Roman"/>
                <a:ea typeface="Times New Roman"/>
                <a:cs typeface="Times New Roman"/>
                <a:sym typeface="Times New Roman"/>
              </a:rPr>
              <a:t>Mission termination</a:t>
            </a:r>
          </a:p>
          <a:p>
            <a:pPr indent="-311150" lvl="0" marL="457200">
              <a:buClr>
                <a:srgbClr val="000000"/>
              </a:buClr>
              <a:buSzPts val="1300"/>
              <a:buFont typeface="Times New Roman"/>
              <a:buChar char="●"/>
            </a:pPr>
            <a:r>
              <a:rPr dirty="0" sz="2000" lang="en-US">
                <a:solidFill>
                  <a:srgbClr val="000000"/>
                </a:solidFill>
                <a:latin typeface="Times New Roman"/>
                <a:ea typeface="Times New Roman"/>
                <a:cs typeface="Times New Roman"/>
                <a:sym typeface="Times New Roman"/>
              </a:rPr>
              <a:t>Operator override</a:t>
            </a:r>
          </a:p>
          <a:p>
            <a:pPr indent="-311150" lvl="0" marL="457200">
              <a:buClr>
                <a:srgbClr val="000000"/>
              </a:buClr>
              <a:buSzPts val="1300"/>
              <a:buFont typeface="Times New Roman"/>
              <a:buChar char="●"/>
            </a:pPr>
            <a:r>
              <a:rPr dirty="0" sz="2000" lang="en-US">
                <a:solidFill>
                  <a:srgbClr val="000000"/>
                </a:solidFill>
                <a:latin typeface="Times New Roman"/>
                <a:ea typeface="Times New Roman"/>
                <a:cs typeface="Times New Roman"/>
                <a:sym typeface="Times New Roman"/>
              </a:rPr>
              <a:t>Pre-flight checks</a:t>
            </a:r>
          </a:p>
          <a:p>
            <a:pPr lvl="0">
              <a:spcBef>
                <a:spcPts val="1400"/>
              </a:spcBef>
            </a:pPr>
            <a:r>
              <a:rPr b="1" dirty="0" lang="en-US">
                <a:solidFill>
                  <a:srgbClr val="000000"/>
                </a:solidFill>
                <a:latin typeface="Times New Roman"/>
                <a:ea typeface="Times New Roman"/>
                <a:cs typeface="Times New Roman"/>
                <a:sym typeface="Times New Roman"/>
              </a:rPr>
              <a:t>Safety Logic</a:t>
            </a:r>
          </a:p>
          <a:p>
            <a:pPr lvl="0">
              <a:spcBef>
                <a:spcPts val="1200"/>
              </a:spcBef>
            </a:pPr>
            <a:r>
              <a:rPr dirty="0" sz="2000" lang="en-US">
                <a:solidFill>
                  <a:srgbClr val="000000"/>
                </a:solidFill>
                <a:latin typeface="Times New Roman"/>
                <a:ea typeface="Times New Roman"/>
                <a:cs typeface="Times New Roman"/>
                <a:sym typeface="Times New Roman"/>
              </a:rPr>
              <a:t>Fault Detected → Failsafe → Safe Flight Mode → Return / Land</a:t>
            </a:r>
          </a:p>
          <a:p>
            <a:pPr lvl="0">
              <a:lnSpc>
                <a:spcPct val="95000"/>
              </a:lnSpc>
              <a:spcBef>
                <a:spcPts val="1200"/>
              </a:spcBef>
              <a:buSzPts val="1018"/>
            </a:pPr>
            <a:endParaRPr dirty="0" lang="en-US">
              <a:solidFill>
                <a:srgbClr val="000000"/>
              </a:solidFill>
              <a:latin typeface="Times New Roman"/>
              <a:ea typeface="Times New Roman"/>
              <a:cs typeface="Times New Roman"/>
              <a:sym typeface="Times New Roman"/>
            </a:endParaRPr>
          </a:p>
          <a:p>
            <a:pPr lvl="0">
              <a:lnSpc>
                <a:spcPct val="95000"/>
              </a:lnSpc>
              <a:spcBef>
                <a:spcPts val="1200"/>
              </a:spcBef>
              <a:spcAft>
                <a:spcPts val="1200"/>
              </a:spcAft>
              <a:buSzPts val="1018"/>
            </a:pPr>
            <a:endParaRPr dirty="0" sz="1600" lang="en-US">
              <a:solidFill>
                <a:srgbClr val="1B212C"/>
              </a:solidFill>
            </a:endParaRPr>
          </a:p>
        </p:txBody>
      </p:sp>
      <p:pic>
        <p:nvPicPr>
          <p:cNvPr id="2097181" name="Picture 5"/>
          <p:cNvPicPr>
            <a:picLocks noChangeAspect="1"/>
          </p:cNvPicPr>
          <p:nvPr/>
        </p:nvPicPr>
        <p:blipFill>
          <a:blip xmlns:r="http://schemas.openxmlformats.org/officeDocument/2006/relationships" r:embed="rId1"/>
          <a:stretch>
            <a:fillRect/>
          </a:stretch>
        </p:blipFill>
        <p:spPr>
          <a:xfrm>
            <a:off x="3207433" y="1"/>
            <a:ext cx="3756075" cy="850307"/>
          </a:xfrm>
          <a:prstGeom prst="rect"/>
        </p:spPr>
      </p:pic>
      <p:pic>
        <p:nvPicPr>
          <p:cNvPr id="2097182" name="Picture 6"/>
          <p:cNvPicPr>
            <a:picLocks noChangeAspect="1"/>
          </p:cNvPicPr>
          <p:nvPr/>
        </p:nvPicPr>
        <p:blipFill>
          <a:blip xmlns:r="http://schemas.openxmlformats.org/officeDocument/2006/relationships" r:embed="rId2"/>
          <a:stretch>
            <a:fillRect/>
          </a:stretch>
        </p:blipFill>
        <p:spPr>
          <a:xfrm>
            <a:off x="11292703" y="6361456"/>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87" name=""/>
        <p:cNvGrpSpPr/>
        <p:nvPr/>
      </p:nvGrpSpPr>
      <p:grpSpPr>
        <a:xfrm>
          <a:off x="0" y="0"/>
          <a:ext cx="0" cy="0"/>
          <a:chOff x="0" y="0"/>
          <a:chExt cx="0" cy="0"/>
        </a:xfrm>
      </p:grpSpPr>
      <p:sp useBgFill="1">
        <p:nvSpPr>
          <p:cNvPr id="1048724"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725" name="Flowchart: Summing Junction 3"/>
          <p:cNvSpPr/>
          <p:nvPr/>
        </p:nvSpPr>
        <p:spPr>
          <a:xfrm rot="16200000">
            <a:off x="-5577840" y="-995592"/>
            <a:ext cx="8823960" cy="8925560"/>
          </a:xfrm>
          <a:prstGeom prst="flowChartSummingJunction"/>
          <a:solidFill>
            <a:schemeClr val="accent1">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726" name="Flowchart: Connector 10"/>
          <p:cNvSpPr/>
          <p:nvPr/>
        </p:nvSpPr>
        <p:spPr>
          <a:xfrm rot="5400000">
            <a:off x="-3137535" y="1525905"/>
            <a:ext cx="3806190" cy="3794760"/>
          </a:xfrm>
          <a:prstGeom prst="flowChartConnector"/>
          <a:solidFill>
            <a:schemeClr val="tx2">
              <a:lumMod val="50000"/>
              <a:lumOff val="50000"/>
            </a:schemeClr>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727" name="TextBox 2"/>
          <p:cNvSpPr txBox="1"/>
          <p:nvPr/>
        </p:nvSpPr>
        <p:spPr>
          <a:xfrm>
            <a:off x="43721" y="2536164"/>
            <a:ext cx="1335024" cy="1805940"/>
          </a:xfrm>
          <a:prstGeom prst="rect"/>
          <a:noFill/>
        </p:spPr>
        <p:txBody>
          <a:bodyPr rtlCol="0" wrap="square">
            <a:spAutoFit/>
          </a:bodyPr>
          <a:p>
            <a:pPr indent="-285750" marL="285750">
              <a:buFont typeface="Wingdings" panose="05000000000000000000" pitchFamily="2" charset="2"/>
              <a:buChar char="Ø"/>
            </a:pPr>
            <a:endParaRPr dirty="0" sz="11500" lang="en-GB">
              <a:solidFill>
                <a:schemeClr val="accent6">
                  <a:lumMod val="40000"/>
                  <a:lumOff val="60000"/>
                </a:schemeClr>
              </a:solidFill>
            </a:endParaRPr>
          </a:p>
        </p:txBody>
      </p:sp>
      <p:sp>
        <p:nvSpPr>
          <p:cNvPr id="1048728" name="TextBox 6"/>
          <p:cNvSpPr txBox="1"/>
          <p:nvPr/>
        </p:nvSpPr>
        <p:spPr>
          <a:xfrm>
            <a:off x="3296921" y="1069955"/>
            <a:ext cx="8036168" cy="461665"/>
          </a:xfrm>
          <a:prstGeom prst="rect"/>
          <a:noFill/>
        </p:spPr>
        <p:txBody>
          <a:bodyPr rtlCol="0" wrap="square">
            <a:spAutoFit/>
          </a:bodyPr>
          <a:p>
            <a:pPr algn="ctr"/>
            <a:r>
              <a:rPr b="1" dirty="0" sz="2400" lang="en">
                <a:solidFill>
                  <a:srgbClr val="000000"/>
                </a:solidFill>
                <a:latin typeface="Times New Roman"/>
                <a:ea typeface="Times New Roman"/>
                <a:cs typeface="Times New Roman"/>
                <a:sym typeface="Times New Roman"/>
              </a:rPr>
              <a:t>Data &amp; Control Flow</a:t>
            </a:r>
            <a:endParaRPr dirty="0" sz="2400" lang="en-GB"/>
          </a:p>
        </p:txBody>
      </p:sp>
      <p:sp>
        <p:nvSpPr>
          <p:cNvPr id="1048729" name="TextBox 5"/>
          <p:cNvSpPr txBox="1"/>
          <p:nvPr/>
        </p:nvSpPr>
        <p:spPr>
          <a:xfrm>
            <a:off x="3701321" y="1759168"/>
            <a:ext cx="8593683" cy="5019040"/>
          </a:xfrm>
          <a:prstGeom prst="rect"/>
          <a:noFill/>
        </p:spPr>
        <p:txBody>
          <a:bodyPr rtlCol="0" wrap="square">
            <a:spAutoFit/>
          </a:bodyPr>
          <a:p>
            <a:pPr lvl="0">
              <a:spcBef>
                <a:spcPts val="1400"/>
              </a:spcBef>
            </a:pPr>
            <a:r>
              <a:rPr b="1" dirty="0" sz="2400" lang="en-US">
                <a:solidFill>
                  <a:srgbClr val="000000"/>
                </a:solidFill>
                <a:latin typeface="Times New Roman"/>
                <a:ea typeface="Times New Roman"/>
                <a:cs typeface="Times New Roman"/>
                <a:sym typeface="Times New Roman"/>
              </a:rPr>
              <a:t>A Closed-Loop Autonomous System</a:t>
            </a:r>
          </a:p>
          <a:p>
            <a:pPr lvl="0">
              <a:spcBef>
                <a:spcPts val="1200"/>
              </a:spcBef>
            </a:pPr>
            <a:r>
              <a:rPr dirty="0" sz="2000" lang="en-US">
                <a:solidFill>
                  <a:srgbClr val="000000"/>
                </a:solidFill>
                <a:latin typeface="Times New Roman"/>
                <a:ea typeface="Times New Roman"/>
                <a:cs typeface="Times New Roman"/>
                <a:sym typeface="Times New Roman"/>
              </a:rPr>
              <a:t>The aircraft continuously measures its actual condition and compares it with the desired mission state. The flight controller then adjusts the control commands to reduce errors and maintain the planned flight path.</a:t>
            </a:r>
          </a:p>
          <a:p>
            <a:pPr lvl="0">
              <a:spcBef>
                <a:spcPts val="1400"/>
              </a:spcBef>
            </a:pPr>
            <a:r>
              <a:rPr b="1" dirty="0" sz="2400" lang="en-US">
                <a:solidFill>
                  <a:srgbClr val="000000"/>
                </a:solidFill>
                <a:latin typeface="Times New Roman"/>
                <a:ea typeface="Times New Roman"/>
                <a:cs typeface="Times New Roman"/>
                <a:sym typeface="Times New Roman"/>
              </a:rPr>
              <a:t>Control Loop</a:t>
            </a:r>
          </a:p>
          <a:p>
            <a:pPr lvl="0">
              <a:spcBef>
                <a:spcPts val="1200"/>
              </a:spcBef>
            </a:pPr>
            <a:r>
              <a:rPr b="1" dirty="0" sz="2000" lang="en-US">
                <a:solidFill>
                  <a:srgbClr val="000000"/>
                </a:solidFill>
                <a:latin typeface="Times New Roman"/>
                <a:ea typeface="Times New Roman"/>
                <a:cs typeface="Times New Roman"/>
                <a:sym typeface="Times New Roman"/>
              </a:rPr>
              <a:t>Sensors → State Estimate → Flight Controller → Motor Commands → Aircraft Motion → Sensors</a:t>
            </a:r>
          </a:p>
          <a:p>
            <a:pPr lvl="0">
              <a:spcBef>
                <a:spcPts val="1400"/>
              </a:spcBef>
            </a:pPr>
            <a:r>
              <a:rPr b="1" dirty="0" sz="2400" lang="en-US">
                <a:solidFill>
                  <a:srgbClr val="000000"/>
                </a:solidFill>
                <a:latin typeface="Times New Roman"/>
                <a:ea typeface="Times New Roman"/>
                <a:cs typeface="Times New Roman"/>
                <a:sym typeface="Times New Roman"/>
              </a:rPr>
              <a:t>Mission Loop</a:t>
            </a:r>
          </a:p>
          <a:p>
            <a:pPr lvl="0">
              <a:spcBef>
                <a:spcPts val="1200"/>
              </a:spcBef>
            </a:pPr>
            <a:r>
              <a:rPr b="1" dirty="0" sz="2000" lang="en-US">
                <a:solidFill>
                  <a:srgbClr val="000000"/>
                </a:solidFill>
                <a:latin typeface="Times New Roman"/>
                <a:ea typeface="Times New Roman"/>
                <a:cs typeface="Times New Roman"/>
                <a:sym typeface="Times New Roman"/>
              </a:rPr>
              <a:t>Mission Plan → Waypoint Tracking → Position Feedback → Correction</a:t>
            </a:r>
          </a:p>
          <a:p>
            <a:pPr lvl="0">
              <a:spcBef>
                <a:spcPts val="1200"/>
              </a:spcBef>
            </a:pPr>
            <a:r>
              <a:rPr dirty="0" sz="2000" lang="en-US">
                <a:solidFill>
                  <a:srgbClr val="000000"/>
                </a:solidFill>
                <a:latin typeface="Times New Roman"/>
                <a:ea typeface="Times New Roman"/>
                <a:cs typeface="Times New Roman"/>
                <a:sym typeface="Times New Roman"/>
              </a:rPr>
              <a:t>This feedback structure allows the UAV to respond to disturbances instead of relying only on pre-programmed motor commands.</a:t>
            </a:r>
          </a:p>
          <a:p>
            <a:pPr lvl="0">
              <a:spcBef>
                <a:spcPts val="1200"/>
              </a:spcBef>
              <a:spcAft>
                <a:spcPts val="1200"/>
              </a:spcAft>
            </a:pPr>
            <a:endParaRPr dirty="0" sz="2000" lang="en-US"/>
          </a:p>
        </p:txBody>
      </p:sp>
      <p:pic>
        <p:nvPicPr>
          <p:cNvPr id="2097183" name="Picture 8"/>
          <p:cNvPicPr>
            <a:picLocks noChangeAspect="1"/>
          </p:cNvPicPr>
          <p:nvPr/>
        </p:nvPicPr>
        <p:blipFill>
          <a:blip xmlns:r="http://schemas.openxmlformats.org/officeDocument/2006/relationships" r:embed="rId1"/>
          <a:stretch>
            <a:fillRect/>
          </a:stretch>
        </p:blipFill>
        <p:spPr>
          <a:xfrm>
            <a:off x="8348705" y="0"/>
            <a:ext cx="3756075" cy="850307"/>
          </a:xfrm>
          <a:prstGeom prst="rect"/>
        </p:spPr>
      </p:pic>
      <p:pic>
        <p:nvPicPr>
          <p:cNvPr id="2097184" name="Picture 7"/>
          <p:cNvPicPr>
            <a:picLocks noChangeAspect="1"/>
          </p:cNvPicPr>
          <p:nvPr/>
        </p:nvPicPr>
        <p:blipFill>
          <a:blip xmlns:r="http://schemas.openxmlformats.org/officeDocument/2006/relationships" r:embed="rId2"/>
          <a:stretch>
            <a:fillRect/>
          </a:stretch>
        </p:blipFill>
        <p:spPr>
          <a:xfrm>
            <a:off x="2802024" y="6361456"/>
            <a:ext cx="899297" cy="496544"/>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90" name=""/>
        <p:cNvGrpSpPr/>
        <p:nvPr/>
      </p:nvGrpSpPr>
      <p:grpSpPr>
        <a:xfrm>
          <a:off x="0" y="0"/>
          <a:ext cx="0" cy="0"/>
          <a:chOff x="0" y="0"/>
          <a:chExt cx="0" cy="0"/>
        </a:xfrm>
      </p:grpSpPr>
      <p:sp>
        <p:nvSpPr>
          <p:cNvPr id="1048733" name="Flowchart: Summing Junction 3"/>
          <p:cNvSpPr/>
          <p:nvPr/>
        </p:nvSpPr>
        <p:spPr>
          <a:xfrm>
            <a:off x="-5239512" y="-1051563"/>
            <a:ext cx="8823960" cy="8961120"/>
          </a:xfrm>
          <a:prstGeom prst="flowChartSummingJunction"/>
          <a:solidFill>
            <a:schemeClr val="accent6"/>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734" name="Flowchart: Connector 10"/>
          <p:cNvSpPr/>
          <p:nvPr/>
        </p:nvSpPr>
        <p:spPr>
          <a:xfrm rot="10800000">
            <a:off x="-2610040" y="1531619"/>
            <a:ext cx="3806190" cy="3794760"/>
          </a:xfrm>
          <a:prstGeom prst="flowChartConnector"/>
          <a:solidFill>
            <a:srgbClr val="00206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735" name="TextBox 1"/>
          <p:cNvSpPr txBox="1"/>
          <p:nvPr/>
        </p:nvSpPr>
        <p:spPr>
          <a:xfrm>
            <a:off x="3207433" y="1004907"/>
            <a:ext cx="8423031" cy="461665"/>
          </a:xfrm>
          <a:prstGeom prst="rect"/>
          <a:noFill/>
        </p:spPr>
        <p:txBody>
          <a:bodyPr rtlCol="0" wrap="square">
            <a:spAutoFit/>
          </a:bodyPr>
          <a:p>
            <a:pPr algn="ctr"/>
            <a:r>
              <a:rPr b="1" dirty="0" sz="2400" lang="en">
                <a:solidFill>
                  <a:srgbClr val="000000"/>
                </a:solidFill>
                <a:latin typeface="Times New Roman"/>
                <a:ea typeface="Times New Roman"/>
                <a:cs typeface="Times New Roman"/>
                <a:sym typeface="Times New Roman"/>
              </a:rPr>
              <a:t>Integrated 3D Design</a:t>
            </a:r>
            <a:endParaRPr b="1" dirty="0" sz="2400" lang="en-GB"/>
          </a:p>
        </p:txBody>
      </p:sp>
      <p:sp>
        <p:nvSpPr>
          <p:cNvPr id="1048736" name="TextBox 2"/>
          <p:cNvSpPr txBox="1"/>
          <p:nvPr/>
        </p:nvSpPr>
        <p:spPr>
          <a:xfrm>
            <a:off x="3825623" y="1621171"/>
            <a:ext cx="8519559" cy="6629401"/>
          </a:xfrm>
          <a:prstGeom prst="rect"/>
          <a:noFill/>
        </p:spPr>
        <p:txBody>
          <a:bodyPr rtlCol="0" wrap="square">
            <a:spAutoFit/>
          </a:bodyPr>
          <a:p>
            <a:pPr lvl="0">
              <a:lnSpc>
                <a:spcPct val="95000"/>
              </a:lnSpc>
              <a:spcBef>
                <a:spcPts val="1400"/>
              </a:spcBef>
              <a:buSzPts val="688"/>
            </a:pPr>
            <a:r>
              <a:rPr b="1" dirty="0" sz="2400" lang="en-US">
                <a:solidFill>
                  <a:srgbClr val="000000"/>
                </a:solidFill>
                <a:latin typeface="Times New Roman"/>
                <a:ea typeface="Times New Roman"/>
                <a:cs typeface="Times New Roman"/>
                <a:sym typeface="Times New Roman"/>
              </a:rPr>
              <a:t>Final Aircraft Concept</a:t>
            </a:r>
          </a:p>
          <a:p>
            <a:pPr lvl="0">
              <a:lnSpc>
                <a:spcPct val="95000"/>
              </a:lnSpc>
              <a:spcBef>
                <a:spcPts val="1200"/>
              </a:spcBef>
              <a:buSzPts val="688"/>
            </a:pPr>
            <a:r>
              <a:rPr dirty="0" sz="2400" lang="en-US">
                <a:solidFill>
                  <a:srgbClr val="000000"/>
                </a:solidFill>
                <a:latin typeface="Times New Roman"/>
                <a:ea typeface="Times New Roman"/>
                <a:cs typeface="Times New Roman"/>
                <a:sym typeface="Times New Roman"/>
              </a:rPr>
              <a:t>The final 3D model brings the structural frame, propulsion, payload, avionics, and spraying equipment together into one aircraft. This provides a practical visual check of how the different engineering decisions fit into the same physical platform.</a:t>
            </a:r>
          </a:p>
          <a:p>
            <a:pPr lvl="0">
              <a:lnSpc>
                <a:spcPct val="95000"/>
              </a:lnSpc>
              <a:spcBef>
                <a:spcPts val="1400"/>
              </a:spcBef>
              <a:buSzPts val="688"/>
            </a:pPr>
            <a:r>
              <a:rPr b="1" dirty="0" sz="2400" lang="en-US">
                <a:solidFill>
                  <a:srgbClr val="000000"/>
                </a:solidFill>
                <a:latin typeface="Times New Roman"/>
                <a:ea typeface="Times New Roman"/>
                <a:cs typeface="Times New Roman"/>
                <a:sym typeface="Times New Roman"/>
              </a:rPr>
              <a:t>Design Checks</a:t>
            </a:r>
          </a:p>
          <a:p>
            <a:pPr indent="-304006" lvl="0" marL="457200">
              <a:lnSpc>
                <a:spcPct val="95000"/>
              </a:lnSpc>
              <a:spcBef>
                <a:spcPts val="1200"/>
              </a:spcBef>
              <a:buClr>
                <a:srgbClr val="000000"/>
              </a:buClr>
              <a:buSzPts val="1188"/>
              <a:buFont typeface="Times New Roman"/>
              <a:buChar char="●"/>
            </a:pPr>
            <a:r>
              <a:rPr dirty="0" sz="2400" lang="en-US">
                <a:solidFill>
                  <a:srgbClr val="000000"/>
                </a:solidFill>
                <a:latin typeface="Times New Roman"/>
                <a:ea typeface="Times New Roman"/>
                <a:cs typeface="Times New Roman"/>
                <a:sym typeface="Times New Roman"/>
              </a:rPr>
              <a:t>Component interference</a:t>
            </a:r>
          </a:p>
          <a:p>
            <a:pPr indent="-304006" lvl="0" marL="457200">
              <a:lnSpc>
                <a:spcPct val="95000"/>
              </a:lnSpc>
              <a:buClr>
                <a:srgbClr val="000000"/>
              </a:buClr>
              <a:buSzPts val="1188"/>
              <a:buFont typeface="Times New Roman"/>
              <a:buChar char="●"/>
            </a:pPr>
            <a:r>
              <a:rPr dirty="0" sz="2400" lang="en-US">
                <a:solidFill>
                  <a:srgbClr val="000000"/>
                </a:solidFill>
                <a:latin typeface="Times New Roman"/>
                <a:ea typeface="Times New Roman"/>
                <a:cs typeface="Times New Roman"/>
                <a:sym typeface="Times New Roman"/>
              </a:rPr>
              <a:t>Propeller clearance</a:t>
            </a:r>
          </a:p>
          <a:p>
            <a:pPr indent="-304006" lvl="0" marL="457200">
              <a:lnSpc>
                <a:spcPct val="95000"/>
              </a:lnSpc>
              <a:buClr>
                <a:srgbClr val="000000"/>
              </a:buClr>
              <a:buSzPts val="1188"/>
              <a:buFont typeface="Times New Roman"/>
              <a:buChar char="●"/>
            </a:pPr>
            <a:r>
              <a:rPr dirty="0" sz="2400" lang="en-US">
                <a:solidFill>
                  <a:srgbClr val="000000"/>
                </a:solidFill>
                <a:latin typeface="Times New Roman"/>
                <a:ea typeface="Times New Roman"/>
                <a:cs typeface="Times New Roman"/>
                <a:sym typeface="Times New Roman"/>
              </a:rPr>
              <a:t>Tank placement</a:t>
            </a:r>
          </a:p>
          <a:p>
            <a:pPr indent="-304006" lvl="0" marL="457200">
              <a:lnSpc>
                <a:spcPct val="95000"/>
              </a:lnSpc>
              <a:buClr>
                <a:srgbClr val="000000"/>
              </a:buClr>
              <a:buSzPts val="1188"/>
              <a:buFont typeface="Times New Roman"/>
              <a:buChar char="●"/>
            </a:pPr>
            <a:r>
              <a:rPr dirty="0" sz="2400" lang="en-US">
                <a:solidFill>
                  <a:srgbClr val="000000"/>
                </a:solidFill>
                <a:latin typeface="Times New Roman"/>
                <a:ea typeface="Times New Roman"/>
                <a:cs typeface="Times New Roman"/>
                <a:sym typeface="Times New Roman"/>
              </a:rPr>
              <a:t>Spray-boom position</a:t>
            </a:r>
          </a:p>
          <a:p>
            <a:pPr indent="-304006" lvl="0" marL="457200">
              <a:lnSpc>
                <a:spcPct val="95000"/>
              </a:lnSpc>
              <a:buClr>
                <a:srgbClr val="000000"/>
              </a:buClr>
              <a:buSzPts val="1188"/>
              <a:buFont typeface="Times New Roman"/>
              <a:buChar char="●"/>
            </a:pPr>
            <a:r>
              <a:rPr dirty="0" sz="2400" lang="en-US">
                <a:solidFill>
                  <a:srgbClr val="000000"/>
                </a:solidFill>
                <a:latin typeface="Times New Roman"/>
                <a:ea typeface="Times New Roman"/>
                <a:cs typeface="Times New Roman"/>
                <a:sym typeface="Times New Roman"/>
              </a:rPr>
              <a:t>Ground clearance</a:t>
            </a:r>
          </a:p>
          <a:p>
            <a:pPr indent="-304006" lvl="0" marL="457200">
              <a:lnSpc>
                <a:spcPct val="95000"/>
              </a:lnSpc>
              <a:buClr>
                <a:srgbClr val="000000"/>
              </a:buClr>
              <a:buSzPts val="1188"/>
              <a:buFont typeface="Times New Roman"/>
              <a:buChar char="●"/>
            </a:pPr>
            <a:r>
              <a:rPr dirty="0" sz="2400" lang="en-US">
                <a:solidFill>
                  <a:srgbClr val="000000"/>
                </a:solidFill>
                <a:latin typeface="Times New Roman"/>
                <a:ea typeface="Times New Roman"/>
                <a:cs typeface="Times New Roman"/>
                <a:sym typeface="Times New Roman"/>
              </a:rPr>
              <a:t>Maintenance access</a:t>
            </a:r>
          </a:p>
          <a:p>
            <a:pPr indent="-304006" lvl="0" marL="457200">
              <a:lnSpc>
                <a:spcPct val="95000"/>
              </a:lnSpc>
              <a:buClr>
                <a:srgbClr val="000000"/>
              </a:buClr>
              <a:buSzPts val="1188"/>
              <a:buFont typeface="Times New Roman"/>
              <a:buChar char="●"/>
            </a:pPr>
            <a:r>
              <a:rPr dirty="0" sz="2400" lang="en-US">
                <a:solidFill>
                  <a:srgbClr val="000000"/>
                </a:solidFill>
                <a:latin typeface="Times New Roman"/>
                <a:ea typeface="Times New Roman"/>
                <a:cs typeface="Times New Roman"/>
                <a:sym typeface="Times New Roman"/>
              </a:rPr>
              <a:t>Overall proportions</a:t>
            </a:r>
          </a:p>
          <a:p>
            <a:pPr lvl="0">
              <a:lnSpc>
                <a:spcPct val="95000"/>
              </a:lnSpc>
              <a:spcBef>
                <a:spcPts val="1200"/>
              </a:spcBef>
              <a:buSzPts val="688"/>
            </a:pPr>
            <a:endParaRPr dirty="0" sz="2400" lang="en-US">
              <a:solidFill>
                <a:srgbClr val="000000"/>
              </a:solidFill>
              <a:latin typeface="Times New Roman"/>
              <a:ea typeface="Times New Roman"/>
              <a:cs typeface="Times New Roman"/>
              <a:sym typeface="Times New Roman"/>
            </a:endParaRPr>
          </a:p>
          <a:p>
            <a:pPr lvl="0">
              <a:lnSpc>
                <a:spcPct val="95000"/>
              </a:lnSpc>
              <a:spcBef>
                <a:spcPts val="1200"/>
              </a:spcBef>
              <a:buSzPts val="688"/>
            </a:pPr>
            <a:endParaRPr b="1" dirty="0" sz="2400" lang="en-US">
              <a:solidFill>
                <a:srgbClr val="000000"/>
              </a:solidFill>
              <a:latin typeface="Times New Roman"/>
              <a:ea typeface="Times New Roman"/>
              <a:cs typeface="Times New Roman"/>
              <a:sym typeface="Times New Roman"/>
            </a:endParaRPr>
          </a:p>
          <a:p>
            <a:pPr lvl="0">
              <a:lnSpc>
                <a:spcPct val="95000"/>
              </a:lnSpc>
              <a:spcBef>
                <a:spcPts val="1200"/>
              </a:spcBef>
              <a:spcAft>
                <a:spcPts val="1200"/>
              </a:spcAft>
              <a:buSzPts val="688"/>
            </a:pPr>
            <a:endParaRPr dirty="0" sz="1400" lang="en-US">
              <a:solidFill>
                <a:srgbClr val="1B212C"/>
              </a:solidFill>
            </a:endParaRPr>
          </a:p>
        </p:txBody>
      </p:sp>
      <p:pic>
        <p:nvPicPr>
          <p:cNvPr id="2097185" name="Picture 5"/>
          <p:cNvPicPr>
            <a:picLocks noChangeAspect="1"/>
          </p:cNvPicPr>
          <p:nvPr/>
        </p:nvPicPr>
        <p:blipFill>
          <a:blip xmlns:r="http://schemas.openxmlformats.org/officeDocument/2006/relationships" r:embed="rId1"/>
          <a:stretch>
            <a:fillRect/>
          </a:stretch>
        </p:blipFill>
        <p:spPr>
          <a:xfrm>
            <a:off x="3207433" y="1"/>
            <a:ext cx="3756075" cy="850307"/>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93" name=""/>
        <p:cNvGrpSpPr/>
        <p:nvPr/>
      </p:nvGrpSpPr>
      <p:grpSpPr>
        <a:xfrm>
          <a:off x="0" y="0"/>
          <a:ext cx="0" cy="0"/>
          <a:chOff x="0" y="0"/>
          <a:chExt cx="0" cy="0"/>
        </a:xfrm>
      </p:grpSpPr>
      <p:sp useBgFill="1">
        <p:nvSpPr>
          <p:cNvPr id="1048740"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741" name="Flowchart: Summing Junction 3"/>
          <p:cNvSpPr/>
          <p:nvPr/>
        </p:nvSpPr>
        <p:spPr>
          <a:xfrm rot="16200000">
            <a:off x="-5577840" y="-995592"/>
            <a:ext cx="8823960" cy="8925560"/>
          </a:xfrm>
          <a:prstGeom prst="flowChartSummingJunction"/>
          <a:solidFill>
            <a:schemeClr val="accent1">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742" name="Flowchart: Connector 10"/>
          <p:cNvSpPr/>
          <p:nvPr/>
        </p:nvSpPr>
        <p:spPr>
          <a:xfrm rot="5400000">
            <a:off x="-3137535" y="1525905"/>
            <a:ext cx="3806190" cy="3794760"/>
          </a:xfrm>
          <a:prstGeom prst="flowChartConnector"/>
          <a:solidFill>
            <a:schemeClr val="tx2">
              <a:lumMod val="50000"/>
              <a:lumOff val="50000"/>
            </a:schemeClr>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743" name="TextBox 2"/>
          <p:cNvSpPr txBox="1"/>
          <p:nvPr/>
        </p:nvSpPr>
        <p:spPr>
          <a:xfrm>
            <a:off x="43721" y="2536164"/>
            <a:ext cx="1335024" cy="1805940"/>
          </a:xfrm>
          <a:prstGeom prst="rect"/>
          <a:noFill/>
        </p:spPr>
        <p:txBody>
          <a:bodyPr rtlCol="0" wrap="square">
            <a:spAutoFit/>
          </a:bodyPr>
          <a:p>
            <a:pPr indent="-285750" marL="285750">
              <a:buFont typeface="Wingdings" panose="05000000000000000000" pitchFamily="2" charset="2"/>
              <a:buChar char="Ø"/>
            </a:pPr>
            <a:endParaRPr dirty="0" sz="11500" lang="en-GB">
              <a:solidFill>
                <a:schemeClr val="accent6">
                  <a:lumMod val="40000"/>
                  <a:lumOff val="60000"/>
                </a:schemeClr>
              </a:solidFill>
            </a:endParaRPr>
          </a:p>
        </p:txBody>
      </p:sp>
      <p:sp>
        <p:nvSpPr>
          <p:cNvPr id="1048744" name="TextBox 6"/>
          <p:cNvSpPr txBox="1"/>
          <p:nvPr/>
        </p:nvSpPr>
        <p:spPr>
          <a:xfrm>
            <a:off x="3159761" y="3192452"/>
            <a:ext cx="8036168" cy="523220"/>
          </a:xfrm>
          <a:prstGeom prst="rect"/>
          <a:noFill/>
        </p:spPr>
        <p:txBody>
          <a:bodyPr rtlCol="0" wrap="square">
            <a:spAutoFit/>
          </a:bodyPr>
          <a:p>
            <a:pPr algn="ctr"/>
            <a:r>
              <a:rPr b="1" dirty="0" sz="2800" lang="en">
                <a:solidFill>
                  <a:srgbClr val="000000"/>
                </a:solidFill>
                <a:latin typeface="Times New Roman"/>
                <a:ea typeface="Times New Roman"/>
                <a:cs typeface="Times New Roman"/>
                <a:sym typeface="Times New Roman"/>
              </a:rPr>
              <a:t>3D Design &amp; Airframe Layout</a:t>
            </a:r>
            <a:endParaRPr dirty="0" sz="2800" lang="en-GB"/>
          </a:p>
        </p:txBody>
      </p:sp>
      <p:pic>
        <p:nvPicPr>
          <p:cNvPr id="2097186" name="Picture 8"/>
          <p:cNvPicPr>
            <a:picLocks noChangeAspect="1"/>
          </p:cNvPicPr>
          <p:nvPr/>
        </p:nvPicPr>
        <p:blipFill>
          <a:blip xmlns:r="http://schemas.openxmlformats.org/officeDocument/2006/relationships" r:embed="rId1"/>
          <a:stretch>
            <a:fillRect/>
          </a:stretch>
        </p:blipFill>
        <p:spPr>
          <a:xfrm>
            <a:off x="8348705" y="0"/>
            <a:ext cx="3756075" cy="850307"/>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44" name=""/>
        <p:cNvGrpSpPr/>
        <p:nvPr/>
      </p:nvGrpSpPr>
      <p:grpSpPr>
        <a:xfrm>
          <a:off x="0" y="0"/>
          <a:ext cx="0" cy="0"/>
          <a:chOff x="0" y="0"/>
          <a:chExt cx="0" cy="0"/>
        </a:xfrm>
      </p:grpSpPr>
      <p:sp useBgFill="1">
        <p:nvSpPr>
          <p:cNvPr id="1048607"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608" name="Flowchart: Summing Junction 3"/>
          <p:cNvSpPr/>
          <p:nvPr/>
        </p:nvSpPr>
        <p:spPr>
          <a:xfrm rot="16200000">
            <a:off x="-5331538" y="-1033780"/>
            <a:ext cx="8823960" cy="8925560"/>
          </a:xfrm>
          <a:prstGeom prst="flowChartSummingJunction"/>
          <a:solidFill>
            <a:schemeClr val="tx2">
              <a:lumMod val="50000"/>
              <a:lumOff val="5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09" name="Flowchart: Connector 10"/>
          <p:cNvSpPr/>
          <p:nvPr/>
        </p:nvSpPr>
        <p:spPr>
          <a:xfrm rot="5400000">
            <a:off x="-2610040" y="1531619"/>
            <a:ext cx="3806190" cy="3794760"/>
          </a:xfrm>
          <a:prstGeom prst="flowChartConnector"/>
          <a:solidFill>
            <a:srgbClr val="00B05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610" name="TextBox 2"/>
          <p:cNvSpPr txBox="1"/>
          <p:nvPr/>
        </p:nvSpPr>
        <p:spPr>
          <a:xfrm>
            <a:off x="43721" y="2536164"/>
            <a:ext cx="1335024" cy="1805940"/>
          </a:xfrm>
          <a:prstGeom prst="rect"/>
          <a:noFill/>
        </p:spPr>
        <p:txBody>
          <a:bodyPr rtlCol="0" wrap="square">
            <a:spAutoFit/>
          </a:bodyPr>
          <a:p>
            <a:pPr indent="-285750" marL="285750">
              <a:buFont typeface="Wingdings" panose="05000000000000000000" pitchFamily="2" charset="2"/>
              <a:buChar char="Ø"/>
            </a:pPr>
            <a:endParaRPr dirty="0" sz="11500" lang="en-GB">
              <a:solidFill>
                <a:schemeClr val="accent6">
                  <a:lumMod val="40000"/>
                  <a:lumOff val="60000"/>
                </a:schemeClr>
              </a:solidFill>
            </a:endParaRPr>
          </a:p>
        </p:txBody>
      </p:sp>
      <p:sp>
        <p:nvSpPr>
          <p:cNvPr id="1048611" name="TextBox 11"/>
          <p:cNvSpPr txBox="1"/>
          <p:nvPr/>
        </p:nvSpPr>
        <p:spPr>
          <a:xfrm>
            <a:off x="3701321" y="3005523"/>
            <a:ext cx="7779434" cy="523220"/>
          </a:xfrm>
          <a:prstGeom prst="rect"/>
          <a:noFill/>
        </p:spPr>
        <p:txBody>
          <a:bodyPr rtlCol="0" wrap="square">
            <a:spAutoFit/>
          </a:bodyPr>
          <a:p>
            <a:pPr algn="ctr"/>
            <a:r>
              <a:rPr b="1" dirty="0" sz="2800" lang="en">
                <a:solidFill>
                  <a:srgbClr val="000000"/>
                </a:solidFill>
                <a:latin typeface="Times New Roman"/>
                <a:ea typeface="Times New Roman"/>
                <a:cs typeface="Times New Roman"/>
                <a:sym typeface="Times New Roman"/>
              </a:rPr>
              <a:t>Simulation &amp; Validation</a:t>
            </a:r>
            <a:endParaRPr dirty="0" sz="2800" lang="en-GB"/>
          </a:p>
        </p:txBody>
      </p:sp>
      <p:pic>
        <p:nvPicPr>
          <p:cNvPr id="2097157" name="Picture 5"/>
          <p:cNvPicPr>
            <a:picLocks noChangeAspect="1"/>
          </p:cNvPicPr>
          <p:nvPr/>
        </p:nvPicPr>
        <p:blipFill>
          <a:blip xmlns:r="http://schemas.openxmlformats.org/officeDocument/2006/relationships" r:embed="rId1"/>
          <a:stretch>
            <a:fillRect/>
          </a:stretch>
        </p:blipFill>
        <p:spPr>
          <a:xfrm>
            <a:off x="3207433" y="1"/>
            <a:ext cx="3756075" cy="850307"/>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41" name=""/>
        <p:cNvGrpSpPr/>
        <p:nvPr/>
      </p:nvGrpSpPr>
      <p:grpSpPr>
        <a:xfrm>
          <a:off x="0" y="0"/>
          <a:ext cx="0" cy="0"/>
          <a:chOff x="0" y="0"/>
          <a:chExt cx="0" cy="0"/>
        </a:xfrm>
      </p:grpSpPr>
      <p:sp useBgFill="1">
        <p:nvSpPr>
          <p:cNvPr id="1048598"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599" name="Flowchart: Summing Junction 3"/>
          <p:cNvSpPr/>
          <p:nvPr/>
        </p:nvSpPr>
        <p:spPr>
          <a:xfrm rot="16200000">
            <a:off x="-5308092" y="-1051560"/>
            <a:ext cx="8823960" cy="8925560"/>
          </a:xfrm>
          <a:prstGeom prst="flowChartSummingJunction"/>
          <a:solidFill>
            <a:schemeClr val="accent1">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600" name="Flowchart: Connector 10"/>
          <p:cNvSpPr/>
          <p:nvPr/>
        </p:nvSpPr>
        <p:spPr>
          <a:xfrm rot="5400000">
            <a:off x="-2610040" y="1531619"/>
            <a:ext cx="3806190" cy="3794760"/>
          </a:xfrm>
          <a:prstGeom prst="flowChartConnector"/>
          <a:solidFill>
            <a:schemeClr val="tx2">
              <a:lumMod val="50000"/>
              <a:lumOff val="50000"/>
            </a:schemeClr>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601" name="TextBox 2"/>
          <p:cNvSpPr txBox="1"/>
          <p:nvPr/>
        </p:nvSpPr>
        <p:spPr>
          <a:xfrm>
            <a:off x="43721" y="2536164"/>
            <a:ext cx="1335024" cy="1805940"/>
          </a:xfrm>
          <a:prstGeom prst="rect"/>
          <a:noFill/>
        </p:spPr>
        <p:txBody>
          <a:bodyPr rtlCol="0" wrap="square">
            <a:spAutoFit/>
          </a:bodyPr>
          <a:p>
            <a:pPr indent="-285750" marL="285750">
              <a:buFont typeface="Wingdings" panose="05000000000000000000" pitchFamily="2" charset="2"/>
              <a:buChar char="Ø"/>
            </a:pPr>
            <a:endParaRPr dirty="0" sz="11500" lang="en-GB">
              <a:solidFill>
                <a:schemeClr val="accent6">
                  <a:lumMod val="40000"/>
                  <a:lumOff val="60000"/>
                </a:schemeClr>
              </a:solidFill>
            </a:endParaRPr>
          </a:p>
        </p:txBody>
      </p:sp>
      <p:sp>
        <p:nvSpPr>
          <p:cNvPr id="1048602" name="TextBox 6"/>
          <p:cNvSpPr txBox="1"/>
          <p:nvPr/>
        </p:nvSpPr>
        <p:spPr>
          <a:xfrm>
            <a:off x="3566669" y="1064239"/>
            <a:ext cx="8036168" cy="584775"/>
          </a:xfrm>
          <a:prstGeom prst="rect"/>
          <a:noFill/>
        </p:spPr>
        <p:txBody>
          <a:bodyPr rtlCol="0" wrap="square">
            <a:spAutoFit/>
          </a:bodyPr>
          <a:p>
            <a:pPr algn="ctr"/>
            <a:r>
              <a:rPr b="1" dirty="0" sz="3200" lang="en">
                <a:solidFill>
                  <a:srgbClr val="000000"/>
                </a:solidFill>
                <a:latin typeface="Times New Roman"/>
                <a:ea typeface="Times New Roman"/>
                <a:cs typeface="Times New Roman"/>
                <a:sym typeface="Times New Roman"/>
              </a:rPr>
              <a:t>Results</a:t>
            </a:r>
            <a:r>
              <a:rPr b="1" dirty="0" sz="2000" lang="en">
                <a:solidFill>
                  <a:srgbClr val="000000"/>
                </a:solidFill>
                <a:latin typeface="Arial"/>
                <a:ea typeface="Arial"/>
                <a:cs typeface="Arial"/>
                <a:sym typeface="Arial"/>
              </a:rPr>
              <a:t> </a:t>
            </a:r>
            <a:endParaRPr dirty="0" sz="3200" lang="en-GB"/>
          </a:p>
        </p:txBody>
      </p:sp>
      <p:sp>
        <p:nvSpPr>
          <p:cNvPr id="1048603" name="TextBox 5"/>
          <p:cNvSpPr txBox="1"/>
          <p:nvPr/>
        </p:nvSpPr>
        <p:spPr>
          <a:xfrm>
            <a:off x="3945003" y="1768628"/>
            <a:ext cx="8350001" cy="5755640"/>
          </a:xfrm>
          <a:prstGeom prst="rect"/>
          <a:noFill/>
        </p:spPr>
        <p:txBody>
          <a:bodyPr rtlCol="0" wrap="square">
            <a:spAutoFit/>
          </a:bodyPr>
          <a:p>
            <a:pPr lvl="0">
              <a:spcBef>
                <a:spcPts val="1400"/>
              </a:spcBef>
            </a:pPr>
            <a:r>
              <a:rPr b="1" dirty="0" sz="2000" lang="en-US">
                <a:solidFill>
                  <a:srgbClr val="000000"/>
                </a:solidFill>
                <a:latin typeface="Times New Roman"/>
                <a:ea typeface="Times New Roman"/>
                <a:cs typeface="Times New Roman"/>
                <a:sym typeface="Times New Roman"/>
              </a:rPr>
              <a:t>What Does the Design Achieve?</a:t>
            </a:r>
          </a:p>
          <a:p>
            <a:pPr lvl="0">
              <a:spcBef>
                <a:spcPts val="1200"/>
              </a:spcBef>
            </a:pPr>
            <a:r>
              <a:rPr dirty="0" sz="2000" lang="en-US">
                <a:solidFill>
                  <a:srgbClr val="000000"/>
                </a:solidFill>
                <a:latin typeface="Times New Roman"/>
                <a:ea typeface="Times New Roman"/>
                <a:cs typeface="Times New Roman"/>
                <a:sym typeface="Times New Roman"/>
              </a:rPr>
              <a:t>The completed design brings the major engineering decisions together around the original agricultural mission. The preliminary analysis supports the feasibility of the proposed configuration while also showing where further physical validation is required.</a:t>
            </a:r>
          </a:p>
          <a:p>
            <a:pPr lvl="0">
              <a:spcBef>
                <a:spcPts val="1400"/>
              </a:spcBef>
            </a:pPr>
            <a:r>
              <a:rPr b="1" dirty="0" sz="2000" lang="en-US">
                <a:solidFill>
                  <a:srgbClr val="000000"/>
                </a:solidFill>
                <a:latin typeface="Times New Roman"/>
                <a:ea typeface="Times New Roman"/>
                <a:cs typeface="Times New Roman"/>
                <a:sym typeface="Times New Roman"/>
              </a:rPr>
              <a:t>Key Outcomes</a:t>
            </a:r>
          </a:p>
          <a:p>
            <a:pPr indent="-308136" lvl="0" marL="457200">
              <a:spcBef>
                <a:spcPts val="1200"/>
              </a:spcBef>
              <a:buClr>
                <a:srgbClr val="000000"/>
              </a:buClr>
              <a:buSzPct val="100000"/>
              <a:buFont typeface="Arial"/>
              <a:buChar char="●"/>
            </a:pPr>
            <a:r>
              <a:rPr b="1" dirty="0" sz="2000" lang="en-US">
                <a:solidFill>
                  <a:srgbClr val="000000"/>
                </a:solidFill>
                <a:latin typeface="Times New Roman"/>
                <a:ea typeface="Times New Roman"/>
                <a:cs typeface="Times New Roman"/>
                <a:sym typeface="Times New Roman"/>
              </a:rPr>
              <a:t>~80 kg</a:t>
            </a:r>
            <a:r>
              <a:rPr dirty="0" sz="2000" lang="en-US">
                <a:solidFill>
                  <a:srgbClr val="000000"/>
                </a:solidFill>
                <a:latin typeface="Times New Roman"/>
                <a:ea typeface="Times New Roman"/>
                <a:cs typeface="Times New Roman"/>
                <a:sym typeface="Times New Roman"/>
              </a:rPr>
              <a:t> heavy-lift configuration established</a:t>
            </a:r>
          </a:p>
          <a:p>
            <a:pPr indent="-308136" lvl="0" marL="457200">
              <a:buClr>
                <a:srgbClr val="000000"/>
              </a:buClr>
              <a:buSzPct val="100000"/>
              <a:buFont typeface="Arial"/>
              <a:buChar char="●"/>
            </a:pPr>
            <a:r>
              <a:rPr b="1" dirty="0" sz="2000" lang="en-US">
                <a:solidFill>
                  <a:srgbClr val="000000"/>
                </a:solidFill>
                <a:latin typeface="Times New Roman"/>
                <a:ea typeface="Times New Roman"/>
                <a:cs typeface="Times New Roman"/>
                <a:sym typeface="Times New Roman"/>
              </a:rPr>
              <a:t>55 L</a:t>
            </a:r>
            <a:r>
              <a:rPr dirty="0" sz="2000" lang="en-US">
                <a:solidFill>
                  <a:srgbClr val="000000"/>
                </a:solidFill>
                <a:latin typeface="Times New Roman"/>
                <a:ea typeface="Times New Roman"/>
                <a:cs typeface="Times New Roman"/>
                <a:sym typeface="Times New Roman"/>
              </a:rPr>
              <a:t> spray payload integrated</a:t>
            </a:r>
          </a:p>
          <a:p>
            <a:pPr indent="-308136" lvl="0" marL="457200">
              <a:buClr>
                <a:srgbClr val="000000"/>
              </a:buClr>
              <a:buSzPct val="100000"/>
              <a:buFont typeface="Arial"/>
              <a:buChar char="●"/>
            </a:pPr>
            <a:r>
              <a:rPr b="1" dirty="0" sz="2000" lang="en-US">
                <a:solidFill>
                  <a:srgbClr val="000000"/>
                </a:solidFill>
                <a:latin typeface="Times New Roman"/>
                <a:ea typeface="Times New Roman"/>
                <a:cs typeface="Times New Roman"/>
                <a:sym typeface="Times New Roman"/>
              </a:rPr>
              <a:t>5–7 m/s</a:t>
            </a:r>
            <a:r>
              <a:rPr dirty="0" sz="2000" lang="en-US">
                <a:solidFill>
                  <a:srgbClr val="000000"/>
                </a:solidFill>
                <a:latin typeface="Times New Roman"/>
                <a:ea typeface="Times New Roman"/>
                <a:cs typeface="Times New Roman"/>
                <a:sym typeface="Times New Roman"/>
              </a:rPr>
              <a:t> operating range defined</a:t>
            </a:r>
          </a:p>
          <a:p>
            <a:pPr indent="-308136" lvl="0" marL="457200">
              <a:buClr>
                <a:srgbClr val="000000"/>
              </a:buClr>
              <a:buSzPct val="100000"/>
              <a:buFont typeface="Arial"/>
              <a:buChar char="●"/>
            </a:pPr>
            <a:r>
              <a:rPr b="1" dirty="0" sz="2000" lang="en-US">
                <a:solidFill>
                  <a:srgbClr val="000000"/>
                </a:solidFill>
                <a:latin typeface="Times New Roman"/>
                <a:ea typeface="Times New Roman"/>
                <a:cs typeface="Times New Roman"/>
                <a:sym typeface="Times New Roman"/>
              </a:rPr>
              <a:t>~5.5–6 m</a:t>
            </a:r>
            <a:r>
              <a:rPr dirty="0" sz="2000" lang="en-US">
                <a:solidFill>
                  <a:srgbClr val="000000"/>
                </a:solidFill>
                <a:latin typeface="Times New Roman"/>
                <a:ea typeface="Times New Roman"/>
                <a:cs typeface="Times New Roman"/>
                <a:sym typeface="Times New Roman"/>
              </a:rPr>
              <a:t> spray width targeted</a:t>
            </a:r>
          </a:p>
          <a:p>
            <a:pPr indent="-308136" lvl="0" marL="457200">
              <a:buClr>
                <a:srgbClr val="000000"/>
              </a:buClr>
              <a:buSzPct val="100000"/>
              <a:buFont typeface="Arial"/>
              <a:buChar char="●"/>
            </a:pPr>
            <a:r>
              <a:rPr b="1" dirty="0" sz="2000" lang="en-US">
                <a:solidFill>
                  <a:srgbClr val="000000"/>
                </a:solidFill>
                <a:latin typeface="Times New Roman"/>
                <a:ea typeface="Times New Roman"/>
                <a:cs typeface="Times New Roman"/>
                <a:sym typeface="Times New Roman"/>
              </a:rPr>
              <a:t>Dual-LiPo (~8 kg)</a:t>
            </a:r>
            <a:r>
              <a:rPr dirty="0" sz="2000" lang="en-US">
                <a:solidFill>
                  <a:srgbClr val="000000"/>
                </a:solidFill>
                <a:latin typeface="Times New Roman"/>
                <a:ea typeface="Times New Roman"/>
                <a:cs typeface="Times New Roman"/>
                <a:sym typeface="Times New Roman"/>
              </a:rPr>
              <a:t> power system incorporated</a:t>
            </a:r>
          </a:p>
          <a:p>
            <a:pPr indent="-308136" lvl="0" marL="457200">
              <a:buClr>
                <a:srgbClr val="000000"/>
              </a:buClr>
              <a:buSzPct val="100000"/>
              <a:buFont typeface="Times New Roman"/>
              <a:buChar char="●"/>
            </a:pPr>
            <a:r>
              <a:rPr dirty="0" sz="2000" lang="en-US">
                <a:solidFill>
                  <a:srgbClr val="000000"/>
                </a:solidFill>
                <a:latin typeface="Times New Roman"/>
                <a:ea typeface="Times New Roman"/>
                <a:cs typeface="Times New Roman"/>
                <a:sym typeface="Times New Roman"/>
              </a:rPr>
              <a:t>RTK-GPS autonomous navigation integrated</a:t>
            </a:r>
          </a:p>
          <a:p>
            <a:pPr indent="-308136" lvl="0" marL="457200">
              <a:buClr>
                <a:srgbClr val="000000"/>
              </a:buClr>
              <a:buSzPct val="100000"/>
              <a:buFont typeface="Times New Roman"/>
              <a:buChar char="●"/>
            </a:pPr>
            <a:r>
              <a:rPr dirty="0" sz="2000" lang="en-US">
                <a:solidFill>
                  <a:srgbClr val="000000"/>
                </a:solidFill>
                <a:latin typeface="Times New Roman"/>
                <a:ea typeface="Times New Roman"/>
                <a:cs typeface="Times New Roman"/>
                <a:sym typeface="Times New Roman"/>
              </a:rPr>
              <a:t>Propulsion sized around the full aircraft mass</a:t>
            </a:r>
          </a:p>
          <a:p>
            <a:pPr indent="-308136" lvl="0" marL="457200">
              <a:buClr>
                <a:srgbClr val="000000"/>
              </a:buClr>
              <a:buSzPct val="100000"/>
              <a:buFont typeface="Times New Roman"/>
              <a:buChar char="●"/>
            </a:pPr>
            <a:r>
              <a:rPr dirty="0" sz="2000" lang="en-US">
                <a:solidFill>
                  <a:srgbClr val="000000"/>
                </a:solidFill>
                <a:latin typeface="Times New Roman"/>
                <a:ea typeface="Times New Roman"/>
                <a:cs typeface="Times New Roman"/>
                <a:sym typeface="Times New Roman"/>
              </a:rPr>
              <a:t>Safety and monitoring functions included</a:t>
            </a:r>
          </a:p>
          <a:p>
            <a:pPr lvl="0">
              <a:spcBef>
                <a:spcPts val="1200"/>
              </a:spcBef>
            </a:pPr>
            <a:endParaRPr b="1" dirty="0" sz="2000" lang="en-US">
              <a:solidFill>
                <a:srgbClr val="000000"/>
              </a:solidFill>
              <a:latin typeface="Times New Roman"/>
              <a:ea typeface="Times New Roman"/>
              <a:cs typeface="Times New Roman"/>
              <a:sym typeface="Times New Roman"/>
            </a:endParaRPr>
          </a:p>
          <a:p>
            <a:pPr lvl="0">
              <a:spcBef>
                <a:spcPts val="1200"/>
              </a:spcBef>
              <a:spcAft>
                <a:spcPts val="1200"/>
              </a:spcAft>
            </a:pPr>
            <a:endParaRPr dirty="0" sz="2000" lang="en-US">
              <a:solidFill>
                <a:srgbClr val="1B212C"/>
              </a:solidFill>
            </a:endParaRPr>
          </a:p>
        </p:txBody>
      </p:sp>
      <p:pic>
        <p:nvPicPr>
          <p:cNvPr id="2097156" name="Picture 8"/>
          <p:cNvPicPr>
            <a:picLocks noChangeAspect="1"/>
          </p:cNvPicPr>
          <p:nvPr/>
        </p:nvPicPr>
        <p:blipFill>
          <a:blip xmlns:r="http://schemas.openxmlformats.org/officeDocument/2006/relationships" r:embed="rId1"/>
          <a:stretch>
            <a:fillRect/>
          </a:stretch>
        </p:blipFill>
        <p:spPr>
          <a:xfrm>
            <a:off x="8348705" y="0"/>
            <a:ext cx="3756075" cy="850307"/>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38" name=""/>
        <p:cNvGrpSpPr/>
        <p:nvPr/>
      </p:nvGrpSpPr>
      <p:grpSpPr>
        <a:xfrm>
          <a:off x="0" y="0"/>
          <a:ext cx="0" cy="0"/>
          <a:chOff x="0" y="0"/>
          <a:chExt cx="0" cy="0"/>
        </a:xfrm>
      </p:grpSpPr>
      <p:sp useBgFill="1">
        <p:nvSpPr>
          <p:cNvPr id="1048589" name="Flowchart: Connector 4"/>
          <p:cNvSpPr/>
          <p:nvPr/>
        </p:nvSpPr>
        <p:spPr>
          <a:xfrm>
            <a:off x="-1165860" y="1531620"/>
            <a:ext cx="3657600" cy="3794760"/>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GB"/>
          </a:p>
        </p:txBody>
      </p:sp>
      <p:sp>
        <p:nvSpPr>
          <p:cNvPr id="1048590" name="Flowchart: Summing Junction 3"/>
          <p:cNvSpPr/>
          <p:nvPr/>
        </p:nvSpPr>
        <p:spPr>
          <a:xfrm rot="5400000">
            <a:off x="-5685107" y="-1051561"/>
            <a:ext cx="8823960" cy="8961120"/>
          </a:xfrm>
          <a:prstGeom prst="flowChartSummingJunction"/>
          <a:solidFill>
            <a:schemeClr val="accent6">
              <a:lumMod val="60000"/>
              <a:lumOff val="40000"/>
            </a:schemeClr>
          </a:solidFill>
          <a:ln w="63500">
            <a:solidFill>
              <a:schemeClr val="bg1"/>
            </a:solidFill>
          </a:ln>
          <a:effectLst>
            <a:outerShdw algn="l" blurRad="152400" dist="38100" rotWithShape="0" sx="103000" sy="103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rgbClr val="FFFF00"/>
              </a:solidFill>
            </a:endParaRPr>
          </a:p>
        </p:txBody>
      </p:sp>
      <p:sp>
        <p:nvSpPr>
          <p:cNvPr id="1048591" name="Flowchart: Connector 10"/>
          <p:cNvSpPr/>
          <p:nvPr/>
        </p:nvSpPr>
        <p:spPr>
          <a:xfrm rot="16200000">
            <a:off x="-3061612" y="1537335"/>
            <a:ext cx="3806190" cy="3794760"/>
          </a:xfrm>
          <a:prstGeom prst="flowChartConnector"/>
          <a:solidFill>
            <a:srgbClr val="FFC000"/>
          </a:solidFill>
          <a:ln w="31750">
            <a:solidFill>
              <a:schemeClr val="bg1"/>
            </a:solidFill>
          </a:ln>
          <a:effectLst>
            <a:outerShdw algn="l" blurRad="88900" dist="38100" rotWithShape="0" sx="106000" sy="106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solidFill>
                <a:schemeClr val="accent6">
                  <a:lumMod val="60000"/>
                  <a:lumOff val="40000"/>
                </a:schemeClr>
              </a:solidFill>
            </a:endParaRPr>
          </a:p>
        </p:txBody>
      </p:sp>
      <p:sp>
        <p:nvSpPr>
          <p:cNvPr id="1048592" name="TextBox 12"/>
          <p:cNvSpPr txBox="1"/>
          <p:nvPr/>
        </p:nvSpPr>
        <p:spPr>
          <a:xfrm>
            <a:off x="4064000" y="1134533"/>
            <a:ext cx="7926832" cy="358141"/>
          </a:xfrm>
          <a:prstGeom prst="rect"/>
          <a:noFill/>
        </p:spPr>
        <p:txBody>
          <a:bodyPr rtlCol="0" wrap="square">
            <a:spAutoFit/>
          </a:bodyPr>
          <a:p>
            <a:endParaRPr dirty="0" lang="en-GB"/>
          </a:p>
        </p:txBody>
      </p:sp>
      <p:sp>
        <p:nvSpPr>
          <p:cNvPr id="1048593" name="TextBox 19"/>
          <p:cNvSpPr txBox="1"/>
          <p:nvPr/>
        </p:nvSpPr>
        <p:spPr>
          <a:xfrm>
            <a:off x="3789267" y="1310070"/>
            <a:ext cx="6756400" cy="523220"/>
          </a:xfrm>
          <a:prstGeom prst="rect"/>
          <a:noFill/>
        </p:spPr>
        <p:txBody>
          <a:bodyPr rtlCol="0" wrap="square">
            <a:spAutoFit/>
          </a:bodyPr>
          <a:p>
            <a:pPr algn="ctr"/>
            <a:r>
              <a:rPr b="1" dirty="0" sz="2800" lang="en">
                <a:solidFill>
                  <a:srgbClr val="000000"/>
                </a:solidFill>
                <a:latin typeface="Times New Roman"/>
                <a:ea typeface="Times New Roman"/>
                <a:cs typeface="Times New Roman"/>
                <a:sym typeface="Times New Roman"/>
              </a:rPr>
              <a:t>Conclusion</a:t>
            </a:r>
            <a:endParaRPr dirty="0" sz="2800" lang="en-GB"/>
          </a:p>
        </p:txBody>
      </p:sp>
      <p:sp>
        <p:nvSpPr>
          <p:cNvPr id="1048594" name="TextBox 20"/>
          <p:cNvSpPr txBox="1"/>
          <p:nvPr/>
        </p:nvSpPr>
        <p:spPr>
          <a:xfrm>
            <a:off x="3436654" y="2012651"/>
            <a:ext cx="8828911" cy="4239260"/>
          </a:xfrm>
          <a:prstGeom prst="rect"/>
          <a:noFill/>
        </p:spPr>
        <p:txBody>
          <a:bodyPr rtlCol="0" wrap="square">
            <a:spAutoFit/>
          </a:bodyPr>
          <a:p>
            <a:pPr lvl="0">
              <a:lnSpc>
                <a:spcPct val="105000"/>
              </a:lnSpc>
              <a:spcBef>
                <a:spcPts val="1400"/>
              </a:spcBef>
            </a:pPr>
            <a:r>
              <a:rPr b="1" dirty="0" sz="2400" lang="en-US">
                <a:solidFill>
                  <a:srgbClr val="000000"/>
                </a:solidFill>
                <a:latin typeface="Times New Roman"/>
                <a:ea typeface="Times New Roman"/>
                <a:cs typeface="Times New Roman"/>
                <a:sym typeface="Times New Roman"/>
              </a:rPr>
              <a:t>An Integrated Autonomous Spraying Platform</a:t>
            </a:r>
          </a:p>
          <a:p>
            <a:pPr lvl="0">
              <a:lnSpc>
                <a:spcPct val="105000"/>
              </a:lnSpc>
              <a:spcBef>
                <a:spcPts val="1200"/>
              </a:spcBef>
            </a:pPr>
            <a:r>
              <a:rPr dirty="0" sz="2000" lang="en-US">
                <a:solidFill>
                  <a:srgbClr val="000000"/>
                </a:solidFill>
                <a:latin typeface="Times New Roman"/>
                <a:ea typeface="Times New Roman"/>
                <a:cs typeface="Times New Roman"/>
                <a:sym typeface="Times New Roman"/>
              </a:rPr>
              <a:t>This project developed a conceptual </a:t>
            </a:r>
            <a:r>
              <a:rPr b="1" dirty="0" sz="2000" lang="en-US">
                <a:solidFill>
                  <a:srgbClr val="000000"/>
                </a:solidFill>
                <a:latin typeface="Times New Roman"/>
                <a:ea typeface="Times New Roman"/>
                <a:cs typeface="Times New Roman"/>
                <a:sym typeface="Times New Roman"/>
              </a:rPr>
              <a:t>~80 kg autonomous agricultural spraying UAV</a:t>
            </a:r>
            <a:r>
              <a:rPr dirty="0" sz="2000" lang="en-US">
                <a:solidFill>
                  <a:srgbClr val="000000"/>
                </a:solidFill>
                <a:latin typeface="Times New Roman"/>
                <a:ea typeface="Times New Roman"/>
                <a:cs typeface="Times New Roman"/>
                <a:sym typeface="Times New Roman"/>
              </a:rPr>
              <a:t> by integrating the airframe, propulsion, power, avionics, navigation, spraying, and safety systems.</a:t>
            </a:r>
          </a:p>
          <a:p>
            <a:pPr lvl="0">
              <a:lnSpc>
                <a:spcPct val="105000"/>
              </a:lnSpc>
              <a:spcBef>
                <a:spcPts val="1200"/>
              </a:spcBef>
            </a:pPr>
            <a:r>
              <a:rPr dirty="0" sz="2000" lang="en-US">
                <a:solidFill>
                  <a:srgbClr val="000000"/>
                </a:solidFill>
                <a:latin typeface="Times New Roman"/>
                <a:ea typeface="Times New Roman"/>
                <a:cs typeface="Times New Roman"/>
                <a:sym typeface="Times New Roman"/>
              </a:rPr>
              <a:t>The key achievement is not simply the individual components, but their integration into one system designed around a real agricultural mission.</a:t>
            </a:r>
          </a:p>
          <a:p>
            <a:pPr lvl="0">
              <a:lnSpc>
                <a:spcPct val="105000"/>
              </a:lnSpc>
              <a:spcBef>
                <a:spcPts val="1400"/>
              </a:spcBef>
            </a:pPr>
            <a:r>
              <a:rPr b="1" dirty="0" sz="2400" lang="en-US">
                <a:solidFill>
                  <a:srgbClr val="000000"/>
                </a:solidFill>
                <a:latin typeface="Times New Roman"/>
                <a:ea typeface="Times New Roman"/>
                <a:cs typeface="Times New Roman"/>
                <a:sym typeface="Times New Roman"/>
              </a:rPr>
              <a:t>Final Mission</a:t>
            </a:r>
          </a:p>
          <a:p>
            <a:pPr lvl="0">
              <a:lnSpc>
                <a:spcPct val="105000"/>
              </a:lnSpc>
              <a:spcBef>
                <a:spcPts val="1200"/>
              </a:spcBef>
            </a:pPr>
            <a:r>
              <a:rPr b="1" dirty="0" sz="2000" lang="en-US">
                <a:solidFill>
                  <a:srgbClr val="000000"/>
                </a:solidFill>
                <a:latin typeface="Times New Roman"/>
                <a:ea typeface="Times New Roman"/>
                <a:cs typeface="Times New Roman"/>
                <a:sym typeface="Times New Roman"/>
              </a:rPr>
              <a:t>Carry Payload → Navigate Precisely → Spray Consistently → Monitor → Return Safely</a:t>
            </a:r>
          </a:p>
          <a:p>
            <a:pPr lvl="0">
              <a:lnSpc>
                <a:spcPct val="105000"/>
              </a:lnSpc>
              <a:spcBef>
                <a:spcPts val="1200"/>
              </a:spcBef>
              <a:spcAft>
                <a:spcPts val="1200"/>
              </a:spcAft>
            </a:pPr>
            <a:endParaRPr dirty="0" sz="2400" lang="en-US">
              <a:solidFill>
                <a:srgbClr val="1B212C"/>
              </a:solidFill>
              <a:latin typeface="Times New Roman"/>
              <a:ea typeface="Times New Roman"/>
              <a:cs typeface="Times New Roman"/>
              <a:sym typeface="Times New Roman"/>
            </a:endParaRPr>
          </a:p>
        </p:txBody>
      </p:sp>
      <p:pic>
        <p:nvPicPr>
          <p:cNvPr id="2097155" name="Picture 2"/>
          <p:cNvPicPr>
            <a:picLocks noChangeAspect="1"/>
          </p:cNvPicPr>
          <p:nvPr/>
        </p:nvPicPr>
        <p:blipFill>
          <a:blip xmlns:r="http://schemas.openxmlformats.org/officeDocument/2006/relationships" r:embed="rId1"/>
          <a:stretch>
            <a:fillRect/>
          </a:stretch>
        </p:blipFill>
        <p:spPr>
          <a:xfrm>
            <a:off x="3207433" y="1"/>
            <a:ext cx="3756075" cy="850307"/>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useBgFill="1">
        <p:nvSpPr>
          <p:cNvPr id="1048584" name="Flowchart: Connector 4"/>
          <p:cNvSpPr/>
          <p:nvPr/>
        </p:nvSpPr>
        <p:spPr>
          <a:xfrm>
            <a:off x="0" y="1068369"/>
            <a:ext cx="4854388" cy="4721262"/>
          </a:xfrm>
          <a:prstGeom prst="flowChartConnector"/>
          <a:ln>
            <a:noFill/>
          </a:ln>
          <a:effectLst>
            <a:outerShdw algn="l" blurRad="88900" dist="38100" rotWithShape="0" sx="105000" sy="10500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GB"/>
          </a:p>
        </p:txBody>
      </p:sp>
      <p:pic>
        <p:nvPicPr>
          <p:cNvPr id="2097152" name="Picture 6"/>
          <p:cNvPicPr>
            <a:picLocks noChangeAspect="1"/>
          </p:cNvPicPr>
          <p:nvPr/>
        </p:nvPicPr>
        <p:blipFill>
          <a:blip xmlns:r="http://schemas.openxmlformats.org/officeDocument/2006/relationships" r:embed="rId1"/>
          <a:stretch>
            <a:fillRect/>
          </a:stretch>
        </p:blipFill>
        <p:spPr>
          <a:xfrm>
            <a:off x="359980" y="2819606"/>
            <a:ext cx="4134427" cy="1276528"/>
          </a:xfrm>
          <a:prstGeom prst="rect"/>
        </p:spPr>
      </p:pic>
      <p:sp>
        <p:nvSpPr>
          <p:cNvPr id="1048585" name="TextBox 11"/>
          <p:cNvSpPr txBox="1"/>
          <p:nvPr/>
        </p:nvSpPr>
        <p:spPr>
          <a:xfrm>
            <a:off x="3557786" y="3624716"/>
            <a:ext cx="9144000" cy="1615440"/>
          </a:xfrm>
          <a:prstGeom prst="rect"/>
          <a:noFill/>
        </p:spPr>
        <p:txBody>
          <a:bodyPr rtlCol="0" wrap="square">
            <a:spAutoFit/>
          </a:bodyPr>
          <a:p>
            <a:pPr algn="ctr"/>
            <a:r>
              <a:rPr dirty="0" sz="2000" lang="en-US">
                <a:latin typeface="Adobe Arabic" panose="02040503050201020203" pitchFamily="18" charset="-78"/>
                <a:cs typeface="Adobe Arabic" panose="02040503050201020203" pitchFamily="18" charset="-78"/>
              </a:rPr>
              <a:t>Student Name: </a:t>
            </a:r>
            <a:r>
              <a:rPr altLang="en-GB" dirty="0" sz="2000" lang="en-US">
                <a:latin typeface="Adobe Arabic" panose="02040503050201020203" pitchFamily="18" charset="-78"/>
                <a:cs typeface="Adobe Arabic" panose="02040503050201020203" pitchFamily="18" charset="-78"/>
              </a:rPr>
              <a:t>Y</a:t>
            </a:r>
            <a:r>
              <a:rPr altLang="en-GB" dirty="0" sz="2000" lang="en-US">
                <a:latin typeface="Adobe Arabic" panose="02040503050201020203" pitchFamily="18" charset="-78"/>
                <a:cs typeface="Adobe Arabic" panose="02040503050201020203" pitchFamily="18" charset="-78"/>
              </a:rPr>
              <a:t>o</a:t>
            </a:r>
            <a:r>
              <a:rPr altLang="en-GB" dirty="0" sz="2000" lang="en-US">
                <a:latin typeface="Adobe Arabic" panose="02040503050201020203" pitchFamily="18" charset="-78"/>
                <a:cs typeface="Adobe Arabic" panose="02040503050201020203" pitchFamily="18" charset="-78"/>
              </a:rPr>
              <a:t>d</a:t>
            </a:r>
            <a:r>
              <a:rPr altLang="en-GB" dirty="0" sz="2000" lang="en-US">
                <a:latin typeface="Adobe Arabic" panose="02040503050201020203" pitchFamily="18" charset="-78"/>
                <a:cs typeface="Adobe Arabic" panose="02040503050201020203" pitchFamily="18" charset="-78"/>
              </a:rPr>
              <a:t>a</a:t>
            </a:r>
            <a:r>
              <a:rPr altLang="en-GB" dirty="0" sz="2000" lang="en-US">
                <a:latin typeface="Adobe Arabic" panose="02040503050201020203" pitchFamily="18" charset="-78"/>
                <a:cs typeface="Adobe Arabic" panose="02040503050201020203" pitchFamily="18" charset="-78"/>
              </a:rPr>
              <a:t>h</a:t>
            </a:r>
            <a:r>
              <a:rPr altLang="en-GB" dirty="0" sz="2000" lang="en-US">
                <a:latin typeface="Adobe Arabic" panose="02040503050201020203" pitchFamily="18" charset="-78"/>
                <a:cs typeface="Adobe Arabic" panose="02040503050201020203" pitchFamily="18" charset="-78"/>
              </a:rPr>
              <a:t>e</a:t>
            </a:r>
            <a:r>
              <a:rPr altLang="en-GB" dirty="0" sz="2000" lang="en-US">
                <a:latin typeface="Adobe Arabic" panose="02040503050201020203" pitchFamily="18" charset="-78"/>
                <a:cs typeface="Adobe Arabic" panose="02040503050201020203" pitchFamily="18" charset="-78"/>
              </a:rPr>
              <a:t> </a:t>
            </a:r>
            <a:r>
              <a:rPr altLang="en-GB" dirty="0" sz="2000" lang="en-US">
                <a:latin typeface="Adobe Arabic" panose="02040503050201020203" pitchFamily="18" charset="-78"/>
                <a:cs typeface="Adobe Arabic" panose="02040503050201020203" pitchFamily="18" charset="-78"/>
              </a:rPr>
              <a:t>Leykun</a:t>
            </a:r>
            <a:r>
              <a:rPr altLang="en-GB" dirty="0" sz="2000" lang="en-US">
                <a:latin typeface="Adobe Arabic" panose="02040503050201020203" pitchFamily="18" charset="-78"/>
                <a:cs typeface="Adobe Arabic" panose="02040503050201020203" pitchFamily="18" charset="-78"/>
              </a:rPr>
              <a:t> </a:t>
            </a:r>
            <a:r>
              <a:rPr altLang="en-GB" dirty="0" sz="2000" lang="en-US">
                <a:latin typeface="Adobe Arabic" panose="02040503050201020203" pitchFamily="18" charset="-78"/>
                <a:cs typeface="Adobe Arabic" panose="02040503050201020203" pitchFamily="18" charset="-78"/>
              </a:rPr>
              <a:t>Assefa</a:t>
            </a:r>
            <a:r>
              <a:rPr altLang="en-GB" dirty="0" sz="2000" lang="en-US">
                <a:latin typeface="Adobe Arabic" panose="02040503050201020203" pitchFamily="18" charset="-78"/>
                <a:cs typeface="Adobe Arabic" panose="02040503050201020203" pitchFamily="18" charset="-78"/>
              </a:rPr>
              <a:t> </a:t>
            </a:r>
            <a:endParaRPr altLang="en-US" lang="zh-CN"/>
          </a:p>
          <a:p>
            <a:pPr algn="ctr"/>
            <a:r>
              <a:rPr dirty="0" sz="2000" lang="en-US">
                <a:latin typeface="Adobe Arabic" panose="02040503050201020203" pitchFamily="18" charset="-78"/>
                <a:cs typeface="Adobe Arabic" panose="02040503050201020203" pitchFamily="18" charset="-78"/>
              </a:rPr>
              <a:t>Department: Aerospace Engineering</a:t>
            </a:r>
          </a:p>
          <a:p>
            <a:pPr algn="ctr"/>
            <a:r>
              <a:rPr dirty="0" sz="2000" lang="en-US">
                <a:latin typeface="Adobe Arabic" panose="02040503050201020203" pitchFamily="18" charset="-78"/>
                <a:cs typeface="Adobe Arabic" panose="02040503050201020203" pitchFamily="18" charset="-78"/>
              </a:rPr>
              <a:t>INSA 5</a:t>
            </a:r>
            <a:r>
              <a:rPr baseline="30000" dirty="0" sz="2000" lang="en-US">
                <a:latin typeface="Adobe Arabic" panose="02040503050201020203" pitchFamily="18" charset="-78"/>
                <a:cs typeface="Adobe Arabic" panose="02040503050201020203" pitchFamily="18" charset="-78"/>
              </a:rPr>
              <a:t>th</a:t>
            </a:r>
            <a:r>
              <a:rPr dirty="0" sz="2000" lang="en-US">
                <a:latin typeface="Adobe Arabic" panose="02040503050201020203" pitchFamily="18" charset="-78"/>
                <a:cs typeface="Adobe Arabic" panose="02040503050201020203" pitchFamily="18" charset="-78"/>
              </a:rPr>
              <a:t> batch Student</a:t>
            </a:r>
          </a:p>
          <a:p>
            <a:pPr algn="ctr"/>
            <a:r>
              <a:rPr dirty="0" sz="2000" lang="en-US">
                <a:latin typeface="Adobe Arabic" panose="02040503050201020203" pitchFamily="18" charset="-78"/>
                <a:cs typeface="Adobe Arabic" panose="02040503050201020203" pitchFamily="18" charset="-78"/>
              </a:rPr>
              <a:t>ID: CTC-1</a:t>
            </a:r>
            <a:r>
              <a:rPr altLang="en-GB" dirty="0" sz="2000" lang="en-US">
                <a:latin typeface="Adobe Arabic" panose="02040503050201020203" pitchFamily="18" charset="-78"/>
                <a:cs typeface="Adobe Arabic" panose="02040503050201020203" pitchFamily="18" charset="-78"/>
              </a:rPr>
              <a:t>1</a:t>
            </a:r>
            <a:r>
              <a:rPr altLang="en-GB" dirty="0" sz="2000" lang="en-US">
                <a:latin typeface="Adobe Arabic" panose="02040503050201020203" pitchFamily="18" charset="-78"/>
                <a:cs typeface="Adobe Arabic" panose="02040503050201020203" pitchFamily="18" charset="-78"/>
              </a:rPr>
              <a:t>9</a:t>
            </a:r>
            <a:r>
              <a:rPr dirty="0" sz="2000" lang="en-US">
                <a:latin typeface="Adobe Arabic" panose="02040503050201020203" pitchFamily="18" charset="-78"/>
                <a:cs typeface="Adobe Arabic" panose="02040503050201020203" pitchFamily="18" charset="-78"/>
              </a:rPr>
              <a:t>-26</a:t>
            </a:r>
            <a:endParaRPr altLang="en-US" lang="zh-CN"/>
          </a:p>
          <a:p>
            <a:pPr algn="ctr"/>
            <a:r>
              <a:rPr dirty="0" sz="2000" lang="en-US">
                <a:latin typeface="Adobe Arabic" panose="02040503050201020203" pitchFamily="18" charset="-78"/>
                <a:cs typeface="Adobe Arabic" panose="02040503050201020203" pitchFamily="18" charset="-78"/>
              </a:rPr>
              <a:t>Year: 2026</a:t>
            </a:r>
          </a:p>
        </p:txBody>
      </p:sp>
      <p:pic>
        <p:nvPicPr>
          <p:cNvPr id="2097153" name="Picture 13"/>
          <p:cNvPicPr>
            <a:picLocks noChangeAspect="1"/>
          </p:cNvPicPr>
          <p:nvPr/>
        </p:nvPicPr>
        <p:blipFill>
          <a:blip xmlns:r="http://schemas.openxmlformats.org/officeDocument/2006/relationships" r:embed="rId2"/>
          <a:stretch>
            <a:fillRect/>
          </a:stretch>
        </p:blipFill>
        <p:spPr>
          <a:xfrm>
            <a:off x="6822826" y="1068369"/>
            <a:ext cx="2458734" cy="2458734"/>
          </a:xfrm>
          <a:prstGeom prst="rect"/>
        </p:spPr>
      </p:pic>
      <p:pic>
        <p:nvPicPr>
          <p:cNvPr id="2097154" name="Picture 15"/>
          <p:cNvPicPr>
            <a:picLocks noChangeAspect="1"/>
          </p:cNvPicPr>
          <p:nvPr/>
        </p:nvPicPr>
        <p:blipFill>
          <a:blip xmlns:r="http://schemas.openxmlformats.org/officeDocument/2006/relationships" r:embed="rId3"/>
          <a:stretch>
            <a:fillRect/>
          </a:stretch>
        </p:blipFill>
        <p:spPr>
          <a:xfrm>
            <a:off x="6096000" y="5518511"/>
            <a:ext cx="3756075" cy="850307"/>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Application>Microsoft Office PowerPoint</Application>
  <ScaleCrop>0</ScaleCrop>
  <Company>home</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LENOVO</dc:creator>
  <cp:lastModifiedBy>LENOVO</cp:lastModifiedBy>
  <dcterms:created xsi:type="dcterms:W3CDTF">2026-04-02T09:12:03Z</dcterms:created>
  <dcterms:modified xsi:type="dcterms:W3CDTF">2026-10-27T19:40:12Z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f67c81400cca4d398a54687887052ce5</vt:lpwstr>
  </property>
</Properties>
</file>